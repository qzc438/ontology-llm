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20"/>
  </p:notesMasterIdLst>
  <p:handoutMasterIdLst>
    <p:handoutMasterId r:id="rId21"/>
  </p:handoutMasterIdLst>
  <p:sldIdLst>
    <p:sldId id="256" r:id="rId5"/>
    <p:sldId id="262" r:id="rId6"/>
    <p:sldId id="257" r:id="rId7"/>
    <p:sldId id="277" r:id="rId8"/>
    <p:sldId id="278" r:id="rId9"/>
    <p:sldId id="279" r:id="rId10"/>
    <p:sldId id="280" r:id="rId11"/>
    <p:sldId id="281" r:id="rId12"/>
    <p:sldId id="282" r:id="rId13"/>
    <p:sldId id="284" r:id="rId14"/>
    <p:sldId id="293" r:id="rId15"/>
    <p:sldId id="285" r:id="rId16"/>
    <p:sldId id="286" r:id="rId17"/>
    <p:sldId id="292" r:id="rId18"/>
    <p:sldId id="276" r:id="rId19"/>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853" autoAdjust="0"/>
    <p:restoredTop sz="94660"/>
  </p:normalViewPr>
  <p:slideViewPr>
    <p:cSldViewPr snapToGrid="0">
      <p:cViewPr varScale="1">
        <p:scale>
          <a:sx n="134" d="100"/>
          <a:sy n="134" d="100"/>
        </p:scale>
        <p:origin x="115" y="91"/>
      </p:cViewPr>
      <p:guideLst/>
    </p:cSldViewPr>
  </p:slideViewPr>
  <p:notesTextViewPr>
    <p:cViewPr>
      <p:scale>
        <a:sx n="1" d="1"/>
        <a:sy n="1" d="1"/>
      </p:scale>
      <p:origin x="0" y="0"/>
    </p:cViewPr>
  </p:notesTextViewPr>
  <p:notesViewPr>
    <p:cSldViewPr snapToGrid="0" showGuides="1">
      <p:cViewPr varScale="1">
        <p:scale>
          <a:sx n="68" d="100"/>
          <a:sy n="68" d="100"/>
        </p:scale>
        <p:origin x="1779" y="45"/>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0C0A257-B081-4972-B0CF-1F39F8714D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a:extLst>
              <a:ext uri="{FF2B5EF4-FFF2-40B4-BE49-F238E27FC236}">
                <a16:creationId xmlns:a16="http://schemas.microsoft.com/office/drawing/2014/main" id="{5D948091-2DCD-4509-A944-5FC3CAA0950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EB27F89-6F89-4D72-A243-A68B4122D611}" type="datetimeFigureOut">
              <a:rPr lang="en-AU" smtClean="0"/>
              <a:t>21/12/2024</a:t>
            </a:fld>
            <a:endParaRPr lang="en-AU"/>
          </a:p>
        </p:txBody>
      </p:sp>
      <p:sp>
        <p:nvSpPr>
          <p:cNvPr id="4" name="Footer Placeholder 3">
            <a:extLst>
              <a:ext uri="{FF2B5EF4-FFF2-40B4-BE49-F238E27FC236}">
                <a16:creationId xmlns:a16="http://schemas.microsoft.com/office/drawing/2014/main" id="{9BC56B26-2CBE-4E97-9F33-B336733FED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a:extLst>
              <a:ext uri="{FF2B5EF4-FFF2-40B4-BE49-F238E27FC236}">
                <a16:creationId xmlns:a16="http://schemas.microsoft.com/office/drawing/2014/main" id="{5337CD2B-E28A-4D49-A0FA-D516F93D72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88E5BEA-06EA-4996-A757-E0A11090F5C6}" type="slidenum">
              <a:rPr lang="en-AU" smtClean="0"/>
              <a:t>‹#›</a:t>
            </a:fld>
            <a:endParaRPr lang="en-AU"/>
          </a:p>
        </p:txBody>
      </p:sp>
    </p:spTree>
    <p:extLst>
      <p:ext uri="{BB962C8B-B14F-4D97-AF65-F5344CB8AC3E}">
        <p14:creationId xmlns:p14="http://schemas.microsoft.com/office/powerpoint/2010/main" val="24086134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751D79-A941-472A-B86F-4C1D5FA7235B}" type="datetimeFigureOut">
              <a:rPr lang="en-AU" smtClean="0"/>
              <a:t>21/12/2024</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A29E61-899D-4DEC-B2DA-C928176A27CF}" type="slidenum">
              <a:rPr lang="en-AU" smtClean="0"/>
              <a:t>‹#›</a:t>
            </a:fld>
            <a:endParaRPr lang="en-AU"/>
          </a:p>
        </p:txBody>
      </p:sp>
    </p:spTree>
    <p:extLst>
      <p:ext uri="{BB962C8B-B14F-4D97-AF65-F5344CB8AC3E}">
        <p14:creationId xmlns:p14="http://schemas.microsoft.com/office/powerpoint/2010/main" val="8560058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_1">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3A6D05FB-9E00-4E05-8A11-8AC6AA5F17EF}"/>
              </a:ext>
            </a:extLst>
          </p:cNvPr>
          <p:cNvSpPr>
            <a:spLocks noGrp="1"/>
          </p:cNvSpPr>
          <p:nvPr>
            <p:ph type="body" sz="quarter" idx="13"/>
          </p:nvPr>
        </p:nvSpPr>
        <p:spPr>
          <a:xfrm>
            <a:off x="425450" y="373063"/>
            <a:ext cx="6120000" cy="3960000"/>
          </a:xfrm>
        </p:spPr>
        <p:txBody>
          <a:bodyPr/>
          <a:lstStyle>
            <a:lvl1pPr>
              <a:lnSpc>
                <a:spcPct val="80000"/>
              </a:lnSpc>
              <a:spcBef>
                <a:spcPts val="0"/>
              </a:spcBef>
              <a:spcAft>
                <a:spcPts val="2835"/>
              </a:spcAft>
              <a:defRPr sz="6400" cap="all" baseline="0"/>
            </a:lvl1pPr>
            <a:lvl2pPr>
              <a:defRPr sz="1800">
                <a:solidFill>
                  <a:schemeClr val="accent1"/>
                </a:solidFill>
              </a:defRPr>
            </a:lvl2pPr>
          </a:lstStyle>
          <a:p>
            <a:pPr lvl="0"/>
            <a:r>
              <a:rPr lang="en-US"/>
              <a:t>Click to edit Master text styles</a:t>
            </a:r>
          </a:p>
          <a:p>
            <a:pPr lvl="1"/>
            <a:r>
              <a:rPr lang="en-US"/>
              <a:t>Second level</a:t>
            </a:r>
          </a:p>
        </p:txBody>
      </p:sp>
      <p:pic>
        <p:nvPicPr>
          <p:cNvPr id="11" name="Picture 10">
            <a:extLst>
              <a:ext uri="{FF2B5EF4-FFF2-40B4-BE49-F238E27FC236}">
                <a16:creationId xmlns:a16="http://schemas.microsoft.com/office/drawing/2014/main" id="{2ED46DD6-3FEF-4E8E-852D-6AB87C9AEE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80400" y="0"/>
            <a:ext cx="1736846" cy="5143500"/>
          </a:xfrm>
          <a:prstGeom prst="rect">
            <a:avLst/>
          </a:prstGeom>
        </p:spPr>
      </p:pic>
      <p:sp>
        <p:nvSpPr>
          <p:cNvPr id="4" name="Footer Placeholder 4">
            <a:extLst>
              <a:ext uri="{FF2B5EF4-FFF2-40B4-BE49-F238E27FC236}">
                <a16:creationId xmlns:a16="http://schemas.microsoft.com/office/drawing/2014/main" id="{F21003A7-996F-2041-9CFA-9950B9616914}"/>
              </a:ext>
            </a:extLst>
          </p:cNvPr>
          <p:cNvSpPr txBox="1">
            <a:spLocks/>
          </p:cNvSpPr>
          <p:nvPr userDrawn="1"/>
        </p:nvSpPr>
        <p:spPr>
          <a:xfrm rot="16200000">
            <a:off x="8299386" y="738762"/>
            <a:ext cx="1471979" cy="217250"/>
          </a:xfrm>
          <a:prstGeom prst="rect">
            <a:avLst/>
          </a:prstGeom>
        </p:spPr>
        <p:txBody>
          <a:bodyPr vert="horz" lIns="0" tIns="0" rIns="0" bIns="0" rtlCol="0" anchor="t"/>
          <a:lstStyle>
            <a:defPPr>
              <a:defRPr lang="en-US"/>
            </a:defPPr>
            <a:lvl1pPr marL="0" algn="l" defTabSz="457200" rtl="0" eaLnBrk="1" latinLnBrk="0" hangingPunct="1">
              <a:defRPr sz="600" kern="1200" cap="all" baseline="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Bef>
                <a:spcPts val="200"/>
              </a:spcBef>
            </a:pPr>
            <a:r>
              <a:rPr lang="en-US" sz="400" dirty="0">
                <a:solidFill>
                  <a:schemeClr val="tx1">
                    <a:lumMod val="75000"/>
                  </a:schemeClr>
                </a:solidFill>
                <a:effectLst/>
                <a:latin typeface="Public Sans Light" pitchFamily="2" charset="77"/>
                <a:ea typeface="Times New Roman" panose="02020603050405020304" pitchFamily="18" charset="0"/>
                <a:cs typeface="Times New Roman" panose="02020603050405020304" pitchFamily="18" charset="0"/>
              </a:rPr>
              <a:t>TEQSA Provider ID: PRV12002 (Australian University)</a:t>
            </a:r>
            <a:r>
              <a:rPr lang="en-AU" sz="400" dirty="0">
                <a:solidFill>
                  <a:schemeClr val="tx1">
                    <a:lumMod val="75000"/>
                  </a:schemeClr>
                </a:solidFill>
                <a:effectLst/>
                <a:latin typeface="Public Sans Light" pitchFamily="2" charset="77"/>
                <a:ea typeface="Times New Roman" panose="02020603050405020304" pitchFamily="18" charset="0"/>
                <a:cs typeface="Times New Roman" panose="02020603050405020304" pitchFamily="18" charset="0"/>
              </a:rPr>
              <a:t>  </a:t>
            </a:r>
            <a:r>
              <a:rPr lang="en-US" sz="400" dirty="0">
                <a:solidFill>
                  <a:schemeClr val="tx1">
                    <a:lumMod val="75000"/>
                  </a:schemeClr>
                </a:solidFill>
                <a:effectLst/>
                <a:latin typeface="Public Sans Light" pitchFamily="2" charset="77"/>
                <a:ea typeface="Times New Roman" panose="02020603050405020304" pitchFamily="18" charset="0"/>
                <a:cs typeface="Times New Roman" panose="02020603050405020304" pitchFamily="18" charset="0"/>
              </a:rPr>
              <a:t>CRICOS Provider Code: 00120C</a:t>
            </a:r>
            <a:endParaRPr lang="en-AU" sz="400" dirty="0">
              <a:solidFill>
                <a:schemeClr val="tx1">
                  <a:lumMod val="75000"/>
                </a:schemeClr>
              </a:solidFill>
              <a:effectLst/>
              <a:latin typeface="Public Sans Light" pitchFamily="2" charset="77"/>
              <a:ea typeface="Public Sans Light" pitchFamily="2" charset="77"/>
              <a:cs typeface="Times New Roman" panose="02020603050405020304" pitchFamily="18" charset="0"/>
            </a:endParaRPr>
          </a:p>
        </p:txBody>
      </p:sp>
    </p:spTree>
    <p:extLst>
      <p:ext uri="{BB962C8B-B14F-4D97-AF65-F5344CB8AC3E}">
        <p14:creationId xmlns:p14="http://schemas.microsoft.com/office/powerpoint/2010/main" val="356856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_2">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3A6D05FB-9E00-4E05-8A11-8AC6AA5F17EF}"/>
              </a:ext>
            </a:extLst>
          </p:cNvPr>
          <p:cNvSpPr>
            <a:spLocks noGrp="1"/>
          </p:cNvSpPr>
          <p:nvPr>
            <p:ph type="body" sz="quarter" idx="13"/>
          </p:nvPr>
        </p:nvSpPr>
        <p:spPr>
          <a:xfrm>
            <a:off x="1295999" y="373063"/>
            <a:ext cx="7523999" cy="3274027"/>
          </a:xfrm>
        </p:spPr>
        <p:txBody>
          <a:bodyPr/>
          <a:lstStyle>
            <a:lvl1pPr>
              <a:lnSpc>
                <a:spcPct val="80000"/>
              </a:lnSpc>
              <a:spcBef>
                <a:spcPts val="0"/>
              </a:spcBef>
              <a:spcAft>
                <a:spcPts val="2835"/>
              </a:spcAft>
              <a:defRPr sz="6400" cap="all" baseline="0">
                <a:solidFill>
                  <a:schemeClr val="tx1"/>
                </a:solidFill>
              </a:defRPr>
            </a:lvl1pPr>
            <a:lvl2pPr>
              <a:defRPr sz="1800">
                <a:solidFill>
                  <a:schemeClr val="accent1"/>
                </a:solidFill>
              </a:defRPr>
            </a:lvl2pPr>
          </a:lstStyle>
          <a:p>
            <a:pPr lvl="0"/>
            <a:r>
              <a:rPr lang="en-US"/>
              <a:t>Click to edit Master text styles</a:t>
            </a:r>
          </a:p>
          <a:p>
            <a:pPr lvl="1"/>
            <a:r>
              <a:rPr lang="en-US"/>
              <a:t>Second level</a:t>
            </a:r>
          </a:p>
        </p:txBody>
      </p:sp>
      <p:sp>
        <p:nvSpPr>
          <p:cNvPr id="3" name="Picture Placeholder 2">
            <a:extLst>
              <a:ext uri="{FF2B5EF4-FFF2-40B4-BE49-F238E27FC236}">
                <a16:creationId xmlns:a16="http://schemas.microsoft.com/office/drawing/2014/main" id="{B46A049C-4F69-43AF-8C8B-0B56DA46CD4A}"/>
              </a:ext>
            </a:extLst>
          </p:cNvPr>
          <p:cNvSpPr>
            <a:spLocks noGrp="1"/>
          </p:cNvSpPr>
          <p:nvPr>
            <p:ph type="pic" sz="quarter" idx="14"/>
          </p:nvPr>
        </p:nvSpPr>
        <p:spPr>
          <a:xfrm>
            <a:off x="4571999" y="2196000"/>
            <a:ext cx="4248000" cy="2592000"/>
          </a:xfrm>
        </p:spPr>
        <p:txBody>
          <a:bodyPr/>
          <a:lstStyle/>
          <a:p>
            <a:r>
              <a:rPr lang="en-US"/>
              <a:t>Click icon to add picture</a:t>
            </a:r>
            <a:endParaRPr lang="en-AU"/>
          </a:p>
        </p:txBody>
      </p:sp>
      <p:pic>
        <p:nvPicPr>
          <p:cNvPr id="4" name="Picture 3">
            <a:extLst>
              <a:ext uri="{FF2B5EF4-FFF2-40B4-BE49-F238E27FC236}">
                <a16:creationId xmlns:a16="http://schemas.microsoft.com/office/drawing/2014/main" id="{6BC2CD92-94A0-4183-91AF-1A31B8F1625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3536" y="0"/>
            <a:ext cx="1736846" cy="5143500"/>
          </a:xfrm>
          <a:prstGeom prst="rect">
            <a:avLst/>
          </a:prstGeom>
        </p:spPr>
      </p:pic>
      <p:sp>
        <p:nvSpPr>
          <p:cNvPr id="5" name="Footer Placeholder 4">
            <a:extLst>
              <a:ext uri="{FF2B5EF4-FFF2-40B4-BE49-F238E27FC236}">
                <a16:creationId xmlns:a16="http://schemas.microsoft.com/office/drawing/2014/main" id="{33E5C636-BAFD-854B-9B7F-A267A335B9F2}"/>
              </a:ext>
            </a:extLst>
          </p:cNvPr>
          <p:cNvSpPr txBox="1">
            <a:spLocks/>
          </p:cNvSpPr>
          <p:nvPr userDrawn="1"/>
        </p:nvSpPr>
        <p:spPr>
          <a:xfrm>
            <a:off x="7397928" y="4988549"/>
            <a:ext cx="1823765" cy="89210"/>
          </a:xfrm>
          <a:prstGeom prst="rect">
            <a:avLst/>
          </a:prstGeom>
        </p:spPr>
        <p:txBody>
          <a:bodyPr vert="horz" lIns="0" tIns="0" rIns="0" bIns="0" rtlCol="0" anchor="t"/>
          <a:lstStyle>
            <a:defPPr>
              <a:defRPr lang="en-US"/>
            </a:defPPr>
            <a:lvl1pPr marL="0" algn="l" defTabSz="457200" rtl="0" eaLnBrk="1" latinLnBrk="0" hangingPunct="1">
              <a:defRPr sz="600" kern="1200" cap="all" baseline="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Bef>
                <a:spcPts val="200"/>
              </a:spcBef>
            </a:pPr>
            <a:r>
              <a:rPr lang="en-US" sz="400" dirty="0">
                <a:solidFill>
                  <a:schemeClr val="tx1">
                    <a:lumMod val="75000"/>
                  </a:schemeClr>
                </a:solidFill>
                <a:effectLst/>
                <a:latin typeface="Public Sans Light" pitchFamily="2" charset="77"/>
                <a:ea typeface="Times New Roman" panose="02020603050405020304" pitchFamily="18" charset="0"/>
                <a:cs typeface="Times New Roman" panose="02020603050405020304" pitchFamily="18" charset="0"/>
              </a:rPr>
              <a:t>TEQSA Provider ID: PRV12002 (Australian University)</a:t>
            </a:r>
            <a:br>
              <a:rPr lang="en-US" sz="400" dirty="0">
                <a:solidFill>
                  <a:schemeClr val="tx1">
                    <a:lumMod val="75000"/>
                  </a:schemeClr>
                </a:solidFill>
                <a:effectLst/>
                <a:latin typeface="Public Sans Light" pitchFamily="2" charset="77"/>
                <a:ea typeface="Times New Roman" panose="02020603050405020304" pitchFamily="18" charset="0"/>
                <a:cs typeface="Times New Roman" panose="02020603050405020304" pitchFamily="18" charset="0"/>
              </a:rPr>
            </a:br>
            <a:r>
              <a:rPr lang="en-US" sz="400" dirty="0">
                <a:solidFill>
                  <a:schemeClr val="tx1">
                    <a:lumMod val="75000"/>
                  </a:schemeClr>
                </a:solidFill>
                <a:effectLst/>
                <a:latin typeface="Public Sans Light" pitchFamily="2" charset="77"/>
                <a:ea typeface="Times New Roman" panose="02020603050405020304" pitchFamily="18" charset="0"/>
                <a:cs typeface="Times New Roman" panose="02020603050405020304" pitchFamily="18" charset="0"/>
              </a:rPr>
              <a:t>CRICOS Provider Code: 00120C</a:t>
            </a:r>
            <a:endParaRPr lang="en-AU" sz="400" dirty="0">
              <a:solidFill>
                <a:schemeClr val="tx1">
                  <a:lumMod val="75000"/>
                </a:schemeClr>
              </a:solidFill>
              <a:effectLst/>
              <a:latin typeface="Public Sans Light" pitchFamily="2" charset="77"/>
              <a:ea typeface="Public Sans Light" pitchFamily="2" charset="77"/>
              <a:cs typeface="Times New Roman" panose="02020603050405020304" pitchFamily="18" charset="0"/>
            </a:endParaRPr>
          </a:p>
        </p:txBody>
      </p:sp>
    </p:spTree>
    <p:extLst>
      <p:ext uri="{BB962C8B-B14F-4D97-AF65-F5344CB8AC3E}">
        <p14:creationId xmlns:p14="http://schemas.microsoft.com/office/powerpoint/2010/main" val="490461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_Black">
    <p:spTree>
      <p:nvGrpSpPr>
        <p:cNvPr id="1" name=""/>
        <p:cNvGrpSpPr/>
        <p:nvPr/>
      </p:nvGrpSpPr>
      <p:grpSpPr>
        <a:xfrm>
          <a:off x="0" y="0"/>
          <a:ext cx="0" cy="0"/>
          <a:chOff x="0" y="0"/>
          <a:chExt cx="0" cy="0"/>
        </a:xfrm>
      </p:grpSpPr>
      <p:sp>
        <p:nvSpPr>
          <p:cNvPr id="2" name="Title 1"/>
          <p:cNvSpPr>
            <a:spLocks noGrp="1"/>
          </p:cNvSpPr>
          <p:nvPr>
            <p:ph type="title"/>
          </p:nvPr>
        </p:nvSpPr>
        <p:spPr>
          <a:xfrm>
            <a:off x="2448000" y="324000"/>
            <a:ext cx="6300000" cy="2139553"/>
          </a:xfrm>
        </p:spPr>
        <p:txBody>
          <a:bodyPr anchor="t">
            <a:normAutofit/>
          </a:bodyPr>
          <a:lstStyle>
            <a:lvl1pPr>
              <a:lnSpc>
                <a:spcPct val="80000"/>
              </a:lnSpc>
              <a:defRPr sz="6400" cap="all" baseline="0"/>
            </a:lvl1pPr>
          </a:lstStyle>
          <a:p>
            <a:r>
              <a:rPr lang="en-US"/>
              <a:t>Click to edit Master title style</a:t>
            </a:r>
            <a:endParaRPr lang="en-US" dirty="0"/>
          </a:p>
        </p:txBody>
      </p:sp>
      <p:sp>
        <p:nvSpPr>
          <p:cNvPr id="5" name="Footer Placeholder 4"/>
          <p:cNvSpPr>
            <a:spLocks noGrp="1"/>
          </p:cNvSpPr>
          <p:nvPr>
            <p:ph type="ftr" sz="quarter" idx="11"/>
          </p:nvPr>
        </p:nvSpPr>
        <p:spPr/>
        <p:txBody>
          <a:bodyPr/>
          <a:lstStyle/>
          <a:p>
            <a:r>
              <a:rPr lang="en-US"/>
              <a:t>ANU SCHOOL OF LAW  |   PRESENTATION NAME GOES HERE</a:t>
            </a:r>
            <a:endParaRPr lang="en-AU"/>
          </a:p>
        </p:txBody>
      </p:sp>
      <p:sp>
        <p:nvSpPr>
          <p:cNvPr id="6" name="Slide Number Placeholder 5"/>
          <p:cNvSpPr>
            <a:spLocks noGrp="1"/>
          </p:cNvSpPr>
          <p:nvPr>
            <p:ph type="sldNum" sz="quarter" idx="12"/>
          </p:nvPr>
        </p:nvSpPr>
        <p:spPr/>
        <p:txBody>
          <a:bodyPr/>
          <a:lstStyle>
            <a:lvl1pPr algn="l">
              <a:defRPr/>
            </a:lvl1pPr>
          </a:lstStyle>
          <a:p>
            <a:fld id="{10A01DC5-1685-4615-8240-15192985C6A2}" type="slidenum">
              <a:rPr lang="en-AU" smtClean="0"/>
              <a:pPr/>
              <a:t>‹#›</a:t>
            </a:fld>
            <a:endParaRPr lang="en-AU" dirty="0"/>
          </a:p>
        </p:txBody>
      </p:sp>
      <p:sp>
        <p:nvSpPr>
          <p:cNvPr id="7" name="Date Placeholder 10">
            <a:extLst>
              <a:ext uri="{FF2B5EF4-FFF2-40B4-BE49-F238E27FC236}">
                <a16:creationId xmlns:a16="http://schemas.microsoft.com/office/drawing/2014/main" id="{5014A4F5-33BC-4C41-B1AC-8B957B76357F}"/>
              </a:ext>
            </a:extLst>
          </p:cNvPr>
          <p:cNvSpPr>
            <a:spLocks noGrp="1"/>
          </p:cNvSpPr>
          <p:nvPr>
            <p:ph type="dt" sz="half" idx="2"/>
          </p:nvPr>
        </p:nvSpPr>
        <p:spPr>
          <a:xfrm>
            <a:off x="6585129" y="4914000"/>
            <a:ext cx="720000" cy="108000"/>
          </a:xfrm>
          <a:prstGeom prst="rect">
            <a:avLst/>
          </a:prstGeom>
        </p:spPr>
        <p:txBody>
          <a:bodyPr vert="horz" lIns="0" tIns="0" rIns="0" bIns="0" rtlCol="0" anchor="ctr"/>
          <a:lstStyle>
            <a:lvl1pPr algn="l">
              <a:defRPr sz="600" cap="all" baseline="0">
                <a:solidFill>
                  <a:schemeClr val="tx1"/>
                </a:solidFill>
              </a:defRPr>
            </a:lvl1pPr>
          </a:lstStyle>
          <a:p>
            <a:r>
              <a:rPr lang="en-AU"/>
              <a:t>DD MMM YY</a:t>
            </a:r>
            <a:endParaRPr lang="en-AU" dirty="0"/>
          </a:p>
        </p:txBody>
      </p:sp>
      <p:sp>
        <p:nvSpPr>
          <p:cNvPr id="8" name="Text Placeholder 7">
            <a:extLst>
              <a:ext uri="{FF2B5EF4-FFF2-40B4-BE49-F238E27FC236}">
                <a16:creationId xmlns:a16="http://schemas.microsoft.com/office/drawing/2014/main" id="{182DF42F-AFE2-4EF3-B14F-54A469AB5E39}"/>
              </a:ext>
            </a:extLst>
          </p:cNvPr>
          <p:cNvSpPr>
            <a:spLocks noGrp="1"/>
          </p:cNvSpPr>
          <p:nvPr>
            <p:ph type="body" sz="quarter" idx="13" hasCustomPrompt="1"/>
          </p:nvPr>
        </p:nvSpPr>
        <p:spPr>
          <a:xfrm>
            <a:off x="324000" y="324000"/>
            <a:ext cx="1830621" cy="1808163"/>
          </a:xfrm>
        </p:spPr>
        <p:txBody>
          <a:bodyPr/>
          <a:lstStyle>
            <a:lvl1pPr>
              <a:lnSpc>
                <a:spcPct val="80000"/>
              </a:lnSpc>
              <a:spcAft>
                <a:spcPts val="0"/>
              </a:spcAft>
              <a:defRPr sz="6400">
                <a:solidFill>
                  <a:schemeClr val="accent1"/>
                </a:solidFill>
              </a:defRPr>
            </a:lvl1pPr>
            <a:lvl2pPr>
              <a:defRPr sz="6400">
                <a:solidFill>
                  <a:schemeClr val="accent1"/>
                </a:solidFill>
              </a:defRPr>
            </a:lvl2pPr>
            <a:lvl3pPr>
              <a:defRPr sz="6400">
                <a:solidFill>
                  <a:schemeClr val="accent1"/>
                </a:solidFill>
              </a:defRPr>
            </a:lvl3pPr>
            <a:lvl4pPr>
              <a:defRPr sz="6400">
                <a:solidFill>
                  <a:schemeClr val="accent1"/>
                </a:solidFill>
              </a:defRPr>
            </a:lvl4pPr>
            <a:lvl5pPr>
              <a:defRPr sz="6400">
                <a:solidFill>
                  <a:schemeClr val="accent1"/>
                </a:solidFill>
              </a:defRPr>
            </a:lvl5pPr>
          </a:lstStyle>
          <a:p>
            <a:pPr lvl="0"/>
            <a:r>
              <a:rPr lang="en-US" dirty="0"/>
              <a:t>#</a:t>
            </a:r>
            <a:endParaRPr lang="en-AU" dirty="0"/>
          </a:p>
        </p:txBody>
      </p:sp>
    </p:spTree>
    <p:extLst>
      <p:ext uri="{BB962C8B-B14F-4D97-AF65-F5344CB8AC3E}">
        <p14:creationId xmlns:p14="http://schemas.microsoft.com/office/powerpoint/2010/main" val="29181890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_Gold">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448000" y="324000"/>
            <a:ext cx="6300000" cy="2139553"/>
          </a:xfrm>
        </p:spPr>
        <p:txBody>
          <a:bodyPr anchor="t">
            <a:normAutofit/>
          </a:bodyPr>
          <a:lstStyle>
            <a:lvl1pPr>
              <a:lnSpc>
                <a:spcPct val="80000"/>
              </a:lnSpc>
              <a:defRPr sz="6400" cap="all" baseline="0">
                <a:solidFill>
                  <a:schemeClr val="tx1"/>
                </a:solidFill>
              </a:defRPr>
            </a:lvl1pPr>
          </a:lstStyle>
          <a:p>
            <a:r>
              <a:rPr lang="en-US"/>
              <a:t>Click to edit Master title style</a:t>
            </a:r>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a:t>ANU SCHOOL OF LAW  |   PRESENTATION NAME GOES HERE</a:t>
            </a:r>
            <a:endParaRPr lang="en-AU" dirty="0"/>
          </a:p>
        </p:txBody>
      </p:sp>
      <p:sp>
        <p:nvSpPr>
          <p:cNvPr id="6" name="Slide Number Placeholder 5"/>
          <p:cNvSpPr>
            <a:spLocks noGrp="1"/>
          </p:cNvSpPr>
          <p:nvPr>
            <p:ph type="sldNum" sz="quarter" idx="12"/>
          </p:nvPr>
        </p:nvSpPr>
        <p:spPr/>
        <p:txBody>
          <a:bodyPr/>
          <a:lstStyle>
            <a:lvl1pPr algn="l">
              <a:defRPr>
                <a:solidFill>
                  <a:schemeClr val="tx1"/>
                </a:solidFill>
              </a:defRPr>
            </a:lvl1pPr>
          </a:lstStyle>
          <a:p>
            <a:fld id="{10A01DC5-1685-4615-8240-15192985C6A2}" type="slidenum">
              <a:rPr lang="en-AU" smtClean="0"/>
              <a:pPr/>
              <a:t>‹#›</a:t>
            </a:fld>
            <a:endParaRPr lang="en-AU" dirty="0"/>
          </a:p>
        </p:txBody>
      </p:sp>
      <p:sp>
        <p:nvSpPr>
          <p:cNvPr id="7" name="Date Placeholder 10">
            <a:extLst>
              <a:ext uri="{FF2B5EF4-FFF2-40B4-BE49-F238E27FC236}">
                <a16:creationId xmlns:a16="http://schemas.microsoft.com/office/drawing/2014/main" id="{5014A4F5-33BC-4C41-B1AC-8B957B76357F}"/>
              </a:ext>
            </a:extLst>
          </p:cNvPr>
          <p:cNvSpPr>
            <a:spLocks noGrp="1"/>
          </p:cNvSpPr>
          <p:nvPr>
            <p:ph type="dt" sz="half" idx="2"/>
          </p:nvPr>
        </p:nvSpPr>
        <p:spPr>
          <a:xfrm>
            <a:off x="6573177" y="4914000"/>
            <a:ext cx="720000" cy="108000"/>
          </a:xfrm>
          <a:prstGeom prst="rect">
            <a:avLst/>
          </a:prstGeom>
        </p:spPr>
        <p:txBody>
          <a:bodyPr vert="horz" lIns="0" tIns="0" rIns="0" bIns="0" rtlCol="0" anchor="ctr"/>
          <a:lstStyle>
            <a:lvl1pPr algn="l">
              <a:defRPr sz="600" cap="all" baseline="0">
                <a:solidFill>
                  <a:schemeClr val="tx1"/>
                </a:solidFill>
              </a:defRPr>
            </a:lvl1pPr>
          </a:lstStyle>
          <a:p>
            <a:r>
              <a:rPr lang="en-AU"/>
              <a:t>DD MMM YY</a:t>
            </a:r>
            <a:endParaRPr lang="en-AU" dirty="0"/>
          </a:p>
        </p:txBody>
      </p:sp>
      <p:sp>
        <p:nvSpPr>
          <p:cNvPr id="8" name="Text Placeholder 7">
            <a:extLst>
              <a:ext uri="{FF2B5EF4-FFF2-40B4-BE49-F238E27FC236}">
                <a16:creationId xmlns:a16="http://schemas.microsoft.com/office/drawing/2014/main" id="{182DF42F-AFE2-4EF3-B14F-54A469AB5E39}"/>
              </a:ext>
            </a:extLst>
          </p:cNvPr>
          <p:cNvSpPr>
            <a:spLocks noGrp="1"/>
          </p:cNvSpPr>
          <p:nvPr>
            <p:ph type="body" sz="quarter" idx="13" hasCustomPrompt="1"/>
          </p:nvPr>
        </p:nvSpPr>
        <p:spPr>
          <a:xfrm>
            <a:off x="324000" y="324000"/>
            <a:ext cx="1830621" cy="1808163"/>
          </a:xfrm>
        </p:spPr>
        <p:txBody>
          <a:bodyPr/>
          <a:lstStyle>
            <a:lvl1pPr>
              <a:lnSpc>
                <a:spcPct val="80000"/>
              </a:lnSpc>
              <a:spcAft>
                <a:spcPts val="0"/>
              </a:spcAft>
              <a:defRPr sz="6400">
                <a:solidFill>
                  <a:schemeClr val="tx1"/>
                </a:solidFill>
              </a:defRPr>
            </a:lvl1pPr>
            <a:lvl2pPr>
              <a:defRPr sz="6400">
                <a:solidFill>
                  <a:schemeClr val="accent1"/>
                </a:solidFill>
              </a:defRPr>
            </a:lvl2pPr>
            <a:lvl3pPr>
              <a:defRPr sz="6400">
                <a:solidFill>
                  <a:schemeClr val="accent1"/>
                </a:solidFill>
              </a:defRPr>
            </a:lvl3pPr>
            <a:lvl4pPr>
              <a:defRPr sz="6400">
                <a:solidFill>
                  <a:schemeClr val="accent1"/>
                </a:solidFill>
              </a:defRPr>
            </a:lvl4pPr>
            <a:lvl5pPr>
              <a:defRPr sz="6400">
                <a:solidFill>
                  <a:schemeClr val="accent1"/>
                </a:solidFill>
              </a:defRPr>
            </a:lvl5pPr>
          </a:lstStyle>
          <a:p>
            <a:pPr lvl="0"/>
            <a:r>
              <a:rPr lang="en-US" dirty="0"/>
              <a:t>#</a:t>
            </a:r>
            <a:endParaRPr lang="en-AU" dirty="0"/>
          </a:p>
        </p:txBody>
      </p:sp>
      <p:pic>
        <p:nvPicPr>
          <p:cNvPr id="18" name="Picture 17">
            <a:extLst>
              <a:ext uri="{FF2B5EF4-FFF2-40B4-BE49-F238E27FC236}">
                <a16:creationId xmlns:a16="http://schemas.microsoft.com/office/drawing/2014/main" id="{D95412E3-4376-4E7F-8689-900603DB692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690800"/>
            <a:ext cx="9144000" cy="256032"/>
          </a:xfrm>
          <a:prstGeom prst="rect">
            <a:avLst/>
          </a:prstGeom>
        </p:spPr>
      </p:pic>
    </p:spTree>
    <p:extLst>
      <p:ext uri="{BB962C8B-B14F-4D97-AF65-F5344CB8AC3E}">
        <p14:creationId xmlns:p14="http://schemas.microsoft.com/office/powerpoint/2010/main" val="3432520204"/>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_Image_DarkImage">
    <p:bg>
      <p:bgPr>
        <a:solidFill>
          <a:schemeClr val="bg2">
            <a:alpha val="9349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448000" y="324000"/>
            <a:ext cx="6300000" cy="2139553"/>
          </a:xfrm>
        </p:spPr>
        <p:txBody>
          <a:bodyPr anchor="t">
            <a:normAutofit/>
          </a:bodyPr>
          <a:lstStyle>
            <a:lvl1pPr>
              <a:lnSpc>
                <a:spcPct val="80000"/>
              </a:lnSpc>
              <a:defRPr sz="6400" cap="all" baseline="0">
                <a:solidFill>
                  <a:schemeClr val="tx1"/>
                </a:solidFill>
              </a:defRPr>
            </a:lvl1pPr>
          </a:lstStyle>
          <a:p>
            <a:r>
              <a:rPr lang="en-US"/>
              <a:t>Click to edit Master title style</a:t>
            </a:r>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a:t>ANU SCHOOL OF LAW  |   PRESENTATION NAME GOES HERE</a:t>
            </a:r>
            <a:endParaRPr lang="en-AU"/>
          </a:p>
        </p:txBody>
      </p:sp>
      <p:sp>
        <p:nvSpPr>
          <p:cNvPr id="6" name="Slide Number Placeholder 5"/>
          <p:cNvSpPr>
            <a:spLocks noGrp="1"/>
          </p:cNvSpPr>
          <p:nvPr>
            <p:ph type="sldNum" sz="quarter" idx="12"/>
          </p:nvPr>
        </p:nvSpPr>
        <p:spPr/>
        <p:txBody>
          <a:bodyPr/>
          <a:lstStyle>
            <a:lvl1pPr algn="l">
              <a:defRPr>
                <a:solidFill>
                  <a:schemeClr val="tx1"/>
                </a:solidFill>
              </a:defRPr>
            </a:lvl1pPr>
          </a:lstStyle>
          <a:p>
            <a:fld id="{10A01DC5-1685-4615-8240-15192985C6A2}" type="slidenum">
              <a:rPr lang="en-AU" smtClean="0"/>
              <a:pPr/>
              <a:t>‹#›</a:t>
            </a:fld>
            <a:endParaRPr lang="en-AU" dirty="0"/>
          </a:p>
        </p:txBody>
      </p:sp>
      <p:sp>
        <p:nvSpPr>
          <p:cNvPr id="7" name="Date Placeholder 10">
            <a:extLst>
              <a:ext uri="{FF2B5EF4-FFF2-40B4-BE49-F238E27FC236}">
                <a16:creationId xmlns:a16="http://schemas.microsoft.com/office/drawing/2014/main" id="{5014A4F5-33BC-4C41-B1AC-8B957B76357F}"/>
              </a:ext>
            </a:extLst>
          </p:cNvPr>
          <p:cNvSpPr>
            <a:spLocks noGrp="1"/>
          </p:cNvSpPr>
          <p:nvPr>
            <p:ph type="dt" sz="half" idx="2"/>
          </p:nvPr>
        </p:nvSpPr>
        <p:spPr>
          <a:xfrm>
            <a:off x="6585129" y="4914000"/>
            <a:ext cx="720000" cy="108000"/>
          </a:xfrm>
          <a:prstGeom prst="rect">
            <a:avLst/>
          </a:prstGeom>
        </p:spPr>
        <p:txBody>
          <a:bodyPr vert="horz" lIns="0" tIns="0" rIns="0" bIns="0" rtlCol="0" anchor="ctr"/>
          <a:lstStyle>
            <a:lvl1pPr algn="l">
              <a:defRPr sz="600" cap="all" baseline="0">
                <a:solidFill>
                  <a:schemeClr val="tx1"/>
                </a:solidFill>
              </a:defRPr>
            </a:lvl1pPr>
          </a:lstStyle>
          <a:p>
            <a:r>
              <a:rPr lang="en-AU"/>
              <a:t>DD MMM YY</a:t>
            </a:r>
            <a:endParaRPr lang="en-AU" dirty="0"/>
          </a:p>
        </p:txBody>
      </p:sp>
      <p:sp>
        <p:nvSpPr>
          <p:cNvPr id="8" name="Text Placeholder 7">
            <a:extLst>
              <a:ext uri="{FF2B5EF4-FFF2-40B4-BE49-F238E27FC236}">
                <a16:creationId xmlns:a16="http://schemas.microsoft.com/office/drawing/2014/main" id="{182DF42F-AFE2-4EF3-B14F-54A469AB5E39}"/>
              </a:ext>
            </a:extLst>
          </p:cNvPr>
          <p:cNvSpPr>
            <a:spLocks noGrp="1"/>
          </p:cNvSpPr>
          <p:nvPr>
            <p:ph type="body" sz="quarter" idx="13" hasCustomPrompt="1"/>
          </p:nvPr>
        </p:nvSpPr>
        <p:spPr>
          <a:xfrm>
            <a:off x="324000" y="324000"/>
            <a:ext cx="1830621" cy="1808163"/>
          </a:xfrm>
        </p:spPr>
        <p:txBody>
          <a:bodyPr/>
          <a:lstStyle>
            <a:lvl1pPr>
              <a:lnSpc>
                <a:spcPct val="80000"/>
              </a:lnSpc>
              <a:spcAft>
                <a:spcPts val="0"/>
              </a:spcAft>
              <a:defRPr sz="6400">
                <a:solidFill>
                  <a:schemeClr val="tx1"/>
                </a:solidFill>
              </a:defRPr>
            </a:lvl1pPr>
            <a:lvl2pPr>
              <a:defRPr sz="6400">
                <a:solidFill>
                  <a:schemeClr val="accent1"/>
                </a:solidFill>
              </a:defRPr>
            </a:lvl2pPr>
            <a:lvl3pPr>
              <a:defRPr sz="6400">
                <a:solidFill>
                  <a:schemeClr val="accent1"/>
                </a:solidFill>
              </a:defRPr>
            </a:lvl3pPr>
            <a:lvl4pPr>
              <a:defRPr sz="6400">
                <a:solidFill>
                  <a:schemeClr val="accent1"/>
                </a:solidFill>
              </a:defRPr>
            </a:lvl4pPr>
            <a:lvl5pPr>
              <a:defRPr sz="6400">
                <a:solidFill>
                  <a:schemeClr val="accent1"/>
                </a:solidFill>
              </a:defRPr>
            </a:lvl5pPr>
          </a:lstStyle>
          <a:p>
            <a:pPr lvl="0"/>
            <a:r>
              <a:rPr lang="en-US" dirty="0"/>
              <a:t>#</a:t>
            </a:r>
            <a:endParaRPr lang="en-AU" dirty="0"/>
          </a:p>
        </p:txBody>
      </p:sp>
    </p:spTree>
    <p:extLst>
      <p:ext uri="{BB962C8B-B14F-4D97-AF65-F5344CB8AC3E}">
        <p14:creationId xmlns:p14="http://schemas.microsoft.com/office/powerpoint/2010/main" val="458922797"/>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_Image_LightImag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448000" y="324000"/>
            <a:ext cx="6300000" cy="2139553"/>
          </a:xfrm>
        </p:spPr>
        <p:txBody>
          <a:bodyPr anchor="t">
            <a:normAutofit/>
          </a:bodyPr>
          <a:lstStyle>
            <a:lvl1pPr>
              <a:lnSpc>
                <a:spcPct val="80000"/>
              </a:lnSpc>
              <a:defRPr sz="6400" cap="all" baseline="0">
                <a:solidFill>
                  <a:schemeClr val="tx1"/>
                </a:solidFill>
              </a:defRPr>
            </a:lvl1pPr>
          </a:lstStyle>
          <a:p>
            <a:r>
              <a:rPr lang="en-US"/>
              <a:t>Click to edit Master title style</a:t>
            </a:r>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a:t>ANU SCHOOL OF LAW  |   PRESENTATION NAME GOES HERE</a:t>
            </a:r>
            <a:endParaRPr lang="en-AU"/>
          </a:p>
        </p:txBody>
      </p:sp>
      <p:sp>
        <p:nvSpPr>
          <p:cNvPr id="6" name="Slide Number Placeholder 5"/>
          <p:cNvSpPr>
            <a:spLocks noGrp="1"/>
          </p:cNvSpPr>
          <p:nvPr>
            <p:ph type="sldNum" sz="quarter" idx="12"/>
          </p:nvPr>
        </p:nvSpPr>
        <p:spPr/>
        <p:txBody>
          <a:bodyPr/>
          <a:lstStyle>
            <a:lvl1pPr algn="l">
              <a:defRPr>
                <a:solidFill>
                  <a:schemeClr val="tx1"/>
                </a:solidFill>
              </a:defRPr>
            </a:lvl1pPr>
          </a:lstStyle>
          <a:p>
            <a:fld id="{10A01DC5-1685-4615-8240-15192985C6A2}" type="slidenum">
              <a:rPr lang="en-AU" smtClean="0"/>
              <a:pPr/>
              <a:t>‹#›</a:t>
            </a:fld>
            <a:endParaRPr lang="en-AU" dirty="0"/>
          </a:p>
        </p:txBody>
      </p:sp>
      <p:sp>
        <p:nvSpPr>
          <p:cNvPr id="7" name="Date Placeholder 10">
            <a:extLst>
              <a:ext uri="{FF2B5EF4-FFF2-40B4-BE49-F238E27FC236}">
                <a16:creationId xmlns:a16="http://schemas.microsoft.com/office/drawing/2014/main" id="{5014A4F5-33BC-4C41-B1AC-8B957B76357F}"/>
              </a:ext>
            </a:extLst>
          </p:cNvPr>
          <p:cNvSpPr>
            <a:spLocks noGrp="1"/>
          </p:cNvSpPr>
          <p:nvPr>
            <p:ph type="dt" sz="half" idx="2"/>
          </p:nvPr>
        </p:nvSpPr>
        <p:spPr>
          <a:xfrm>
            <a:off x="6573177" y="4914000"/>
            <a:ext cx="720000" cy="108000"/>
          </a:xfrm>
          <a:prstGeom prst="rect">
            <a:avLst/>
          </a:prstGeom>
        </p:spPr>
        <p:txBody>
          <a:bodyPr vert="horz" lIns="0" tIns="0" rIns="0" bIns="0" rtlCol="0" anchor="ctr"/>
          <a:lstStyle>
            <a:lvl1pPr algn="l">
              <a:defRPr sz="600" cap="all" baseline="0">
                <a:solidFill>
                  <a:schemeClr val="tx1"/>
                </a:solidFill>
              </a:defRPr>
            </a:lvl1pPr>
          </a:lstStyle>
          <a:p>
            <a:r>
              <a:rPr lang="en-AU" dirty="0"/>
              <a:t>DD MMM YY</a:t>
            </a:r>
          </a:p>
        </p:txBody>
      </p:sp>
      <p:sp>
        <p:nvSpPr>
          <p:cNvPr id="8" name="Text Placeholder 7">
            <a:extLst>
              <a:ext uri="{FF2B5EF4-FFF2-40B4-BE49-F238E27FC236}">
                <a16:creationId xmlns:a16="http://schemas.microsoft.com/office/drawing/2014/main" id="{182DF42F-AFE2-4EF3-B14F-54A469AB5E39}"/>
              </a:ext>
            </a:extLst>
          </p:cNvPr>
          <p:cNvSpPr>
            <a:spLocks noGrp="1"/>
          </p:cNvSpPr>
          <p:nvPr>
            <p:ph type="body" sz="quarter" idx="13" hasCustomPrompt="1"/>
          </p:nvPr>
        </p:nvSpPr>
        <p:spPr>
          <a:xfrm>
            <a:off x="324000" y="324000"/>
            <a:ext cx="1830621" cy="1808163"/>
          </a:xfrm>
        </p:spPr>
        <p:txBody>
          <a:bodyPr/>
          <a:lstStyle>
            <a:lvl1pPr>
              <a:lnSpc>
                <a:spcPct val="80000"/>
              </a:lnSpc>
              <a:spcAft>
                <a:spcPts val="0"/>
              </a:spcAft>
              <a:defRPr sz="6400">
                <a:solidFill>
                  <a:schemeClr val="tx1"/>
                </a:solidFill>
              </a:defRPr>
            </a:lvl1pPr>
            <a:lvl2pPr>
              <a:defRPr sz="6400">
                <a:solidFill>
                  <a:schemeClr val="accent1"/>
                </a:solidFill>
              </a:defRPr>
            </a:lvl2pPr>
            <a:lvl3pPr>
              <a:defRPr sz="6400">
                <a:solidFill>
                  <a:schemeClr val="accent1"/>
                </a:solidFill>
              </a:defRPr>
            </a:lvl3pPr>
            <a:lvl4pPr>
              <a:defRPr sz="6400">
                <a:solidFill>
                  <a:schemeClr val="accent1"/>
                </a:solidFill>
              </a:defRPr>
            </a:lvl4pPr>
            <a:lvl5pPr>
              <a:defRPr sz="6400">
                <a:solidFill>
                  <a:schemeClr val="accent1"/>
                </a:solidFill>
              </a:defRPr>
            </a:lvl5pPr>
          </a:lstStyle>
          <a:p>
            <a:pPr lvl="0"/>
            <a:r>
              <a:rPr lang="en-US" dirty="0"/>
              <a:t>#</a:t>
            </a:r>
            <a:endParaRPr lang="en-AU" dirty="0"/>
          </a:p>
        </p:txBody>
      </p:sp>
      <p:pic>
        <p:nvPicPr>
          <p:cNvPr id="11" name="Picture 10">
            <a:extLst>
              <a:ext uri="{FF2B5EF4-FFF2-40B4-BE49-F238E27FC236}">
                <a16:creationId xmlns:a16="http://schemas.microsoft.com/office/drawing/2014/main" id="{04363311-D81E-4290-8966-289EB731CC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691484"/>
            <a:ext cx="9144000" cy="256032"/>
          </a:xfrm>
          <a:prstGeom prst="rect">
            <a:avLst/>
          </a:prstGeom>
        </p:spPr>
      </p:pic>
    </p:spTree>
    <p:extLst>
      <p:ext uri="{BB962C8B-B14F-4D97-AF65-F5344CB8AC3E}">
        <p14:creationId xmlns:p14="http://schemas.microsoft.com/office/powerpoint/2010/main" val="3442599558"/>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Agenda_1">
    <p:spTree>
      <p:nvGrpSpPr>
        <p:cNvPr id="1" name=""/>
        <p:cNvGrpSpPr/>
        <p:nvPr/>
      </p:nvGrpSpPr>
      <p:grpSpPr>
        <a:xfrm>
          <a:off x="0" y="0"/>
          <a:ext cx="0" cy="0"/>
          <a:chOff x="0" y="0"/>
          <a:chExt cx="0" cy="0"/>
        </a:xfrm>
      </p:grpSpPr>
      <p:sp>
        <p:nvSpPr>
          <p:cNvPr id="2" name="Title 1"/>
          <p:cNvSpPr>
            <a:spLocks noGrp="1"/>
          </p:cNvSpPr>
          <p:nvPr>
            <p:ph type="title"/>
          </p:nvPr>
        </p:nvSpPr>
        <p:spPr>
          <a:xfrm>
            <a:off x="324000" y="324000"/>
            <a:ext cx="2880000" cy="3144414"/>
          </a:xfrm>
        </p:spPr>
        <p:txBody>
          <a:bodyPr/>
          <a:lstStyle>
            <a:lvl1pPr>
              <a:defRPr sz="4600"/>
            </a:lvl1pPr>
          </a:lstStyle>
          <a:p>
            <a:r>
              <a:rPr lang="en-US"/>
              <a:t>Click to edit Master title style</a:t>
            </a:r>
            <a:endParaRPr lang="en-US" dirty="0"/>
          </a:p>
        </p:txBody>
      </p:sp>
      <p:sp>
        <p:nvSpPr>
          <p:cNvPr id="3" name="Content Placeholder 2"/>
          <p:cNvSpPr>
            <a:spLocks noGrp="1"/>
          </p:cNvSpPr>
          <p:nvPr>
            <p:ph idx="1"/>
          </p:nvPr>
        </p:nvSpPr>
        <p:spPr>
          <a:xfrm>
            <a:off x="3852000" y="324000"/>
            <a:ext cx="4932000" cy="414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a:t>ANU SCHOOL OF LAW  |   PRESENTATION NAME GOES HERE</a:t>
            </a:r>
            <a:endParaRPr lang="en-AU"/>
          </a:p>
        </p:txBody>
      </p:sp>
      <p:sp>
        <p:nvSpPr>
          <p:cNvPr id="6" name="Slide Number Placeholder 5"/>
          <p:cNvSpPr>
            <a:spLocks noGrp="1"/>
          </p:cNvSpPr>
          <p:nvPr>
            <p:ph type="sldNum" sz="quarter" idx="12"/>
          </p:nvPr>
        </p:nvSpPr>
        <p:spPr/>
        <p:txBody>
          <a:bodyPr/>
          <a:lstStyle>
            <a:lvl1pPr algn="l">
              <a:defRPr>
                <a:solidFill>
                  <a:schemeClr val="tx1"/>
                </a:solidFill>
              </a:defRPr>
            </a:lvl1pPr>
          </a:lstStyle>
          <a:p>
            <a:fld id="{10A01DC5-1685-4615-8240-15192985C6A2}" type="slidenum">
              <a:rPr lang="en-AU" smtClean="0"/>
              <a:pPr/>
              <a:t>‹#›</a:t>
            </a:fld>
            <a:endParaRPr lang="en-AU"/>
          </a:p>
        </p:txBody>
      </p:sp>
      <p:sp>
        <p:nvSpPr>
          <p:cNvPr id="7" name="Date Placeholder 10">
            <a:extLst>
              <a:ext uri="{FF2B5EF4-FFF2-40B4-BE49-F238E27FC236}">
                <a16:creationId xmlns:a16="http://schemas.microsoft.com/office/drawing/2014/main" id="{72E4F78E-88AE-49DC-94D5-AD2C60619063}"/>
              </a:ext>
            </a:extLst>
          </p:cNvPr>
          <p:cNvSpPr>
            <a:spLocks noGrp="1"/>
          </p:cNvSpPr>
          <p:nvPr>
            <p:ph type="dt" sz="half" idx="2"/>
          </p:nvPr>
        </p:nvSpPr>
        <p:spPr>
          <a:xfrm>
            <a:off x="6573176" y="4914000"/>
            <a:ext cx="720000" cy="108000"/>
          </a:xfrm>
          <a:prstGeom prst="rect">
            <a:avLst/>
          </a:prstGeom>
        </p:spPr>
        <p:txBody>
          <a:bodyPr vert="horz" lIns="0" tIns="0" rIns="0" bIns="0" rtlCol="0" anchor="ctr"/>
          <a:lstStyle>
            <a:lvl1pPr algn="l">
              <a:defRPr sz="600" cap="all" baseline="0">
                <a:solidFill>
                  <a:schemeClr val="tx1"/>
                </a:solidFill>
              </a:defRPr>
            </a:lvl1pPr>
          </a:lstStyle>
          <a:p>
            <a:r>
              <a:rPr lang="en-AU"/>
              <a:t>DD MMM YY</a:t>
            </a:r>
            <a:endParaRPr lang="en-AU" dirty="0"/>
          </a:p>
        </p:txBody>
      </p:sp>
    </p:spTree>
    <p:extLst>
      <p:ext uri="{BB962C8B-B14F-4D97-AF65-F5344CB8AC3E}">
        <p14:creationId xmlns:p14="http://schemas.microsoft.com/office/powerpoint/2010/main" val="10048180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Agenda_2">
    <p:spTree>
      <p:nvGrpSpPr>
        <p:cNvPr id="1" name=""/>
        <p:cNvGrpSpPr/>
        <p:nvPr/>
      </p:nvGrpSpPr>
      <p:grpSpPr>
        <a:xfrm>
          <a:off x="0" y="0"/>
          <a:ext cx="0" cy="0"/>
          <a:chOff x="0" y="0"/>
          <a:chExt cx="0" cy="0"/>
        </a:xfrm>
      </p:grpSpPr>
      <p:sp>
        <p:nvSpPr>
          <p:cNvPr id="2" name="Title 1"/>
          <p:cNvSpPr>
            <a:spLocks noGrp="1"/>
          </p:cNvSpPr>
          <p:nvPr>
            <p:ph type="title"/>
          </p:nvPr>
        </p:nvSpPr>
        <p:spPr>
          <a:xfrm>
            <a:off x="324000" y="324000"/>
            <a:ext cx="2520000" cy="3144414"/>
          </a:xfrm>
        </p:spPr>
        <p:txBody>
          <a:bodyPr/>
          <a:lstStyle>
            <a:lvl1pPr>
              <a:defRPr sz="4600"/>
            </a:lvl1pPr>
          </a:lstStyle>
          <a:p>
            <a:r>
              <a:rPr lang="en-US"/>
              <a:t>Click to edit Master title style</a:t>
            </a:r>
            <a:endParaRPr lang="en-US" dirty="0"/>
          </a:p>
        </p:txBody>
      </p:sp>
      <p:sp>
        <p:nvSpPr>
          <p:cNvPr id="3" name="Content Placeholder 2"/>
          <p:cNvSpPr>
            <a:spLocks noGrp="1"/>
          </p:cNvSpPr>
          <p:nvPr>
            <p:ph idx="1"/>
          </p:nvPr>
        </p:nvSpPr>
        <p:spPr>
          <a:xfrm>
            <a:off x="3132000" y="324000"/>
            <a:ext cx="5652000" cy="4140000"/>
          </a:xfrm>
        </p:spPr>
        <p:txBody>
          <a:bodyPr numCol="2" spcCol="180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a:t>ANU SCHOOL OF LAW  |   PRESENTATION NAME GOES HERE</a:t>
            </a:r>
            <a:endParaRPr lang="en-AU"/>
          </a:p>
        </p:txBody>
      </p:sp>
      <p:sp>
        <p:nvSpPr>
          <p:cNvPr id="6" name="Slide Number Placeholder 5"/>
          <p:cNvSpPr>
            <a:spLocks noGrp="1"/>
          </p:cNvSpPr>
          <p:nvPr>
            <p:ph type="sldNum" sz="quarter" idx="12"/>
          </p:nvPr>
        </p:nvSpPr>
        <p:spPr/>
        <p:txBody>
          <a:bodyPr/>
          <a:lstStyle>
            <a:lvl1pPr algn="l">
              <a:defRPr>
                <a:solidFill>
                  <a:schemeClr val="tx1"/>
                </a:solidFill>
              </a:defRPr>
            </a:lvl1pPr>
          </a:lstStyle>
          <a:p>
            <a:fld id="{10A01DC5-1685-4615-8240-15192985C6A2}" type="slidenum">
              <a:rPr lang="en-AU" smtClean="0"/>
              <a:pPr/>
              <a:t>‹#›</a:t>
            </a:fld>
            <a:endParaRPr lang="en-AU"/>
          </a:p>
        </p:txBody>
      </p:sp>
      <p:sp>
        <p:nvSpPr>
          <p:cNvPr id="7" name="Date Placeholder 10">
            <a:extLst>
              <a:ext uri="{FF2B5EF4-FFF2-40B4-BE49-F238E27FC236}">
                <a16:creationId xmlns:a16="http://schemas.microsoft.com/office/drawing/2014/main" id="{72E4F78E-88AE-49DC-94D5-AD2C60619063}"/>
              </a:ext>
            </a:extLst>
          </p:cNvPr>
          <p:cNvSpPr>
            <a:spLocks noGrp="1"/>
          </p:cNvSpPr>
          <p:nvPr>
            <p:ph type="dt" sz="half" idx="2"/>
          </p:nvPr>
        </p:nvSpPr>
        <p:spPr>
          <a:xfrm>
            <a:off x="6579153" y="4914000"/>
            <a:ext cx="720000" cy="108000"/>
          </a:xfrm>
          <a:prstGeom prst="rect">
            <a:avLst/>
          </a:prstGeom>
        </p:spPr>
        <p:txBody>
          <a:bodyPr vert="horz" lIns="0" tIns="0" rIns="0" bIns="0" rtlCol="0" anchor="ctr"/>
          <a:lstStyle>
            <a:lvl1pPr algn="l">
              <a:defRPr sz="600" cap="all" baseline="0">
                <a:solidFill>
                  <a:schemeClr val="tx1"/>
                </a:solidFill>
              </a:defRPr>
            </a:lvl1pPr>
          </a:lstStyle>
          <a:p>
            <a:r>
              <a:rPr lang="en-AU"/>
              <a:t>DD MMM YY</a:t>
            </a:r>
            <a:endParaRPr lang="en-AU" dirty="0"/>
          </a:p>
        </p:txBody>
      </p:sp>
    </p:spTree>
    <p:extLst>
      <p:ext uri="{BB962C8B-B14F-4D97-AF65-F5344CB8AC3E}">
        <p14:creationId xmlns:p14="http://schemas.microsoft.com/office/powerpoint/2010/main" val="43586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ong copy">
    <p:spTree>
      <p:nvGrpSpPr>
        <p:cNvPr id="1" name=""/>
        <p:cNvGrpSpPr/>
        <p:nvPr/>
      </p:nvGrpSpPr>
      <p:grpSpPr>
        <a:xfrm>
          <a:off x="0" y="0"/>
          <a:ext cx="0" cy="0"/>
          <a:chOff x="0" y="0"/>
          <a:chExt cx="0" cy="0"/>
        </a:xfrm>
      </p:grpSpPr>
      <p:sp>
        <p:nvSpPr>
          <p:cNvPr id="3" name="Content Placeholder 2"/>
          <p:cNvSpPr>
            <a:spLocks noGrp="1"/>
          </p:cNvSpPr>
          <p:nvPr>
            <p:ph idx="1"/>
          </p:nvPr>
        </p:nvSpPr>
        <p:spPr>
          <a:xfrm>
            <a:off x="3132000" y="324000"/>
            <a:ext cx="5652000" cy="4176000"/>
          </a:xfrm>
        </p:spPr>
        <p:txBody>
          <a:bodyPr numCol="2" spcCol="180000">
            <a:noAutofit/>
          </a:bodyPr>
          <a:lstStyle>
            <a:lvl1pPr>
              <a:defRPr sz="1000">
                <a:solidFill>
                  <a:schemeClr val="accent1"/>
                </a:solidFill>
                <a:latin typeface="+mj-lt"/>
              </a:defRPr>
            </a:lvl1pPr>
            <a:lvl2pPr>
              <a:defRPr sz="800"/>
            </a:lvl2pPr>
            <a:lvl3pPr marL="90000" indent="-90000">
              <a:defRPr sz="800"/>
            </a:lvl3pPr>
            <a:lvl4pPr marL="180000" indent="-90000">
              <a:defRPr sz="800"/>
            </a:lvl4pPr>
            <a:lvl5pPr marL="270000" indent="-90000">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a:t>ANU SCHOOL OF LAW  |   PRESENTATION NAME GOES HERE</a:t>
            </a:r>
            <a:endParaRPr lang="en-AU"/>
          </a:p>
        </p:txBody>
      </p:sp>
      <p:sp>
        <p:nvSpPr>
          <p:cNvPr id="6" name="Slide Number Placeholder 5"/>
          <p:cNvSpPr>
            <a:spLocks noGrp="1"/>
          </p:cNvSpPr>
          <p:nvPr>
            <p:ph type="sldNum" sz="quarter" idx="12"/>
          </p:nvPr>
        </p:nvSpPr>
        <p:spPr/>
        <p:txBody>
          <a:bodyPr/>
          <a:lstStyle>
            <a:lvl1pPr algn="l">
              <a:defRPr/>
            </a:lvl1pPr>
          </a:lstStyle>
          <a:p>
            <a:fld id="{10A01DC5-1685-4615-8240-15192985C6A2}" type="slidenum">
              <a:rPr lang="en-AU" smtClean="0"/>
              <a:pPr/>
              <a:t>‹#›</a:t>
            </a:fld>
            <a:endParaRPr lang="en-AU"/>
          </a:p>
        </p:txBody>
      </p:sp>
      <p:sp>
        <p:nvSpPr>
          <p:cNvPr id="7" name="Date Placeholder 10">
            <a:extLst>
              <a:ext uri="{FF2B5EF4-FFF2-40B4-BE49-F238E27FC236}">
                <a16:creationId xmlns:a16="http://schemas.microsoft.com/office/drawing/2014/main" id="{72E4F78E-88AE-49DC-94D5-AD2C60619063}"/>
              </a:ext>
            </a:extLst>
          </p:cNvPr>
          <p:cNvSpPr>
            <a:spLocks noGrp="1"/>
          </p:cNvSpPr>
          <p:nvPr>
            <p:ph type="dt" sz="half" idx="2"/>
          </p:nvPr>
        </p:nvSpPr>
        <p:spPr>
          <a:xfrm>
            <a:off x="6579153" y="4914000"/>
            <a:ext cx="720000" cy="108000"/>
          </a:xfrm>
          <a:prstGeom prst="rect">
            <a:avLst/>
          </a:prstGeom>
        </p:spPr>
        <p:txBody>
          <a:bodyPr vert="horz" lIns="0" tIns="0" rIns="0" bIns="0" rtlCol="0" anchor="ctr"/>
          <a:lstStyle>
            <a:lvl1pPr algn="l">
              <a:defRPr sz="600" cap="all" baseline="0">
                <a:solidFill>
                  <a:schemeClr val="tx1"/>
                </a:solidFill>
              </a:defRPr>
            </a:lvl1pPr>
          </a:lstStyle>
          <a:p>
            <a:r>
              <a:rPr lang="en-AU"/>
              <a:t>DD MMM YY</a:t>
            </a:r>
            <a:endParaRPr lang="en-AU" dirty="0"/>
          </a:p>
        </p:txBody>
      </p:sp>
      <p:sp>
        <p:nvSpPr>
          <p:cNvPr id="8" name="Text Placeholder 7">
            <a:extLst>
              <a:ext uri="{FF2B5EF4-FFF2-40B4-BE49-F238E27FC236}">
                <a16:creationId xmlns:a16="http://schemas.microsoft.com/office/drawing/2014/main" id="{D931932D-C811-4ADE-9CBC-C6F97F4734F5}"/>
              </a:ext>
            </a:extLst>
          </p:cNvPr>
          <p:cNvSpPr>
            <a:spLocks noGrp="1"/>
          </p:cNvSpPr>
          <p:nvPr>
            <p:ph type="body" sz="quarter" idx="13"/>
          </p:nvPr>
        </p:nvSpPr>
        <p:spPr>
          <a:xfrm>
            <a:off x="324000" y="324000"/>
            <a:ext cx="2520000" cy="3006725"/>
          </a:xfrm>
        </p:spPr>
        <p:txBody>
          <a:bodyPr/>
          <a:lstStyle>
            <a:lvl1pPr>
              <a:lnSpc>
                <a:spcPct val="80000"/>
              </a:lnSpc>
              <a:spcBef>
                <a:spcPts val="0"/>
              </a:spcBef>
              <a:spcAft>
                <a:spcPts val="1800"/>
              </a:spcAft>
              <a:defRPr sz="3600"/>
            </a:lvl1pPr>
            <a:lvl2pPr>
              <a:defRPr sz="1800">
                <a:solidFill>
                  <a:schemeClr val="accent1"/>
                </a:solidFill>
              </a:defRPr>
            </a:lvl2pPr>
            <a:lvl3pPr>
              <a:defRPr sz="3600"/>
            </a:lvl3pPr>
            <a:lvl4pPr>
              <a:defRPr sz="3600"/>
            </a:lvl4pPr>
            <a:lvl5pPr>
              <a:defRPr sz="3600"/>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08688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hort copy">
    <p:spTree>
      <p:nvGrpSpPr>
        <p:cNvPr id="1" name=""/>
        <p:cNvGrpSpPr/>
        <p:nvPr/>
      </p:nvGrpSpPr>
      <p:grpSpPr>
        <a:xfrm>
          <a:off x="0" y="0"/>
          <a:ext cx="0" cy="0"/>
          <a:chOff x="0" y="0"/>
          <a:chExt cx="0" cy="0"/>
        </a:xfrm>
      </p:grpSpPr>
      <p:sp>
        <p:nvSpPr>
          <p:cNvPr id="3" name="Content Placeholder 2"/>
          <p:cNvSpPr>
            <a:spLocks noGrp="1"/>
          </p:cNvSpPr>
          <p:nvPr>
            <p:ph idx="1"/>
          </p:nvPr>
        </p:nvSpPr>
        <p:spPr>
          <a:xfrm>
            <a:off x="3132000" y="324000"/>
            <a:ext cx="5652000" cy="4176000"/>
          </a:xfrm>
        </p:spPr>
        <p:txBody>
          <a:bodyPr numCol="1" spcCol="180000">
            <a:noAutofit/>
          </a:bodyPr>
          <a:lstStyle>
            <a:lvl1pPr>
              <a:defRPr sz="1400">
                <a:solidFill>
                  <a:schemeClr val="accent1"/>
                </a:solidFill>
                <a:latin typeface="+mj-lt"/>
              </a:defRPr>
            </a:lvl1pPr>
            <a:lvl2pPr>
              <a:defRPr sz="1100"/>
            </a:lvl2pPr>
            <a:lvl3pPr marL="90000" indent="-90000">
              <a:defRPr sz="1100"/>
            </a:lvl3pPr>
            <a:lvl4pPr marL="180000" indent="-90000">
              <a:defRPr sz="1100"/>
            </a:lvl4pPr>
            <a:lvl5pPr marL="270000" indent="-9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a:t>ANU SCHOOL OF LAW  |   PRESENTATION NAME GOES HERE</a:t>
            </a:r>
            <a:endParaRPr lang="en-AU"/>
          </a:p>
        </p:txBody>
      </p:sp>
      <p:sp>
        <p:nvSpPr>
          <p:cNvPr id="6" name="Slide Number Placeholder 5"/>
          <p:cNvSpPr>
            <a:spLocks noGrp="1"/>
          </p:cNvSpPr>
          <p:nvPr>
            <p:ph type="sldNum" sz="quarter" idx="12"/>
          </p:nvPr>
        </p:nvSpPr>
        <p:spPr/>
        <p:txBody>
          <a:bodyPr/>
          <a:lstStyle>
            <a:lvl1pPr algn="l">
              <a:defRPr/>
            </a:lvl1pPr>
          </a:lstStyle>
          <a:p>
            <a:fld id="{10A01DC5-1685-4615-8240-15192985C6A2}" type="slidenum">
              <a:rPr lang="en-AU" smtClean="0"/>
              <a:pPr/>
              <a:t>‹#›</a:t>
            </a:fld>
            <a:endParaRPr lang="en-AU"/>
          </a:p>
        </p:txBody>
      </p:sp>
      <p:sp>
        <p:nvSpPr>
          <p:cNvPr id="7" name="Date Placeholder 10">
            <a:extLst>
              <a:ext uri="{FF2B5EF4-FFF2-40B4-BE49-F238E27FC236}">
                <a16:creationId xmlns:a16="http://schemas.microsoft.com/office/drawing/2014/main" id="{72E4F78E-88AE-49DC-94D5-AD2C60619063}"/>
              </a:ext>
            </a:extLst>
          </p:cNvPr>
          <p:cNvSpPr>
            <a:spLocks noGrp="1"/>
          </p:cNvSpPr>
          <p:nvPr>
            <p:ph type="dt" sz="half" idx="2"/>
          </p:nvPr>
        </p:nvSpPr>
        <p:spPr>
          <a:xfrm>
            <a:off x="6573177" y="4914000"/>
            <a:ext cx="720000" cy="108000"/>
          </a:xfrm>
          <a:prstGeom prst="rect">
            <a:avLst/>
          </a:prstGeom>
        </p:spPr>
        <p:txBody>
          <a:bodyPr vert="horz" lIns="0" tIns="0" rIns="0" bIns="0" rtlCol="0" anchor="ctr"/>
          <a:lstStyle>
            <a:lvl1pPr algn="l">
              <a:defRPr sz="600" cap="all" baseline="0">
                <a:solidFill>
                  <a:schemeClr val="tx1"/>
                </a:solidFill>
              </a:defRPr>
            </a:lvl1pPr>
          </a:lstStyle>
          <a:p>
            <a:r>
              <a:rPr lang="en-AU"/>
              <a:t>DD MMM YY</a:t>
            </a:r>
            <a:endParaRPr lang="en-AU" dirty="0"/>
          </a:p>
        </p:txBody>
      </p:sp>
      <p:sp>
        <p:nvSpPr>
          <p:cNvPr id="8" name="Text Placeholder 7">
            <a:extLst>
              <a:ext uri="{FF2B5EF4-FFF2-40B4-BE49-F238E27FC236}">
                <a16:creationId xmlns:a16="http://schemas.microsoft.com/office/drawing/2014/main" id="{D931932D-C811-4ADE-9CBC-C6F97F4734F5}"/>
              </a:ext>
            </a:extLst>
          </p:cNvPr>
          <p:cNvSpPr>
            <a:spLocks noGrp="1"/>
          </p:cNvSpPr>
          <p:nvPr>
            <p:ph type="body" sz="quarter" idx="13"/>
          </p:nvPr>
        </p:nvSpPr>
        <p:spPr>
          <a:xfrm>
            <a:off x="324000" y="324000"/>
            <a:ext cx="2520000" cy="3006725"/>
          </a:xfrm>
        </p:spPr>
        <p:txBody>
          <a:bodyPr/>
          <a:lstStyle>
            <a:lvl1pPr>
              <a:lnSpc>
                <a:spcPct val="80000"/>
              </a:lnSpc>
              <a:spcBef>
                <a:spcPts val="0"/>
              </a:spcBef>
              <a:spcAft>
                <a:spcPts val="1800"/>
              </a:spcAft>
              <a:defRPr sz="3600"/>
            </a:lvl1pPr>
            <a:lvl2pPr>
              <a:defRPr sz="1800">
                <a:solidFill>
                  <a:schemeClr val="tx1"/>
                </a:solidFill>
              </a:defRPr>
            </a:lvl2pPr>
            <a:lvl3pPr>
              <a:defRPr sz="3600"/>
            </a:lvl3pPr>
            <a:lvl4pPr>
              <a:defRPr sz="3600"/>
            </a:lvl4pPr>
            <a:lvl5pPr>
              <a:defRPr sz="3600"/>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307276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left, content right">
    <p:spTree>
      <p:nvGrpSpPr>
        <p:cNvPr id="1" name=""/>
        <p:cNvGrpSpPr/>
        <p:nvPr/>
      </p:nvGrpSpPr>
      <p:grpSpPr>
        <a:xfrm>
          <a:off x="0" y="0"/>
          <a:ext cx="0" cy="0"/>
          <a:chOff x="0" y="0"/>
          <a:chExt cx="0" cy="0"/>
        </a:xfrm>
      </p:grpSpPr>
      <p:sp>
        <p:nvSpPr>
          <p:cNvPr id="3" name="Content Placeholder 2"/>
          <p:cNvSpPr>
            <a:spLocks noGrp="1"/>
          </p:cNvSpPr>
          <p:nvPr>
            <p:ph idx="1"/>
          </p:nvPr>
        </p:nvSpPr>
        <p:spPr>
          <a:xfrm>
            <a:off x="3132000" y="324000"/>
            <a:ext cx="5652000" cy="4140000"/>
          </a:xfrm>
        </p:spPr>
        <p:txBody>
          <a:bodyPr numCol="2" spcCol="180000">
            <a:noAutofit/>
          </a:bodyPr>
          <a:lstStyle>
            <a:lvl1pPr>
              <a:defRPr sz="800">
                <a:solidFill>
                  <a:schemeClr val="accent1"/>
                </a:solidFill>
                <a:latin typeface="+mj-lt"/>
              </a:defRPr>
            </a:lvl1pPr>
            <a:lvl2pPr>
              <a:defRPr sz="800"/>
            </a:lvl2pPr>
            <a:lvl3pPr marL="90000" indent="-90000">
              <a:defRPr sz="800"/>
            </a:lvl3pPr>
            <a:lvl4pPr marL="180000" indent="-90000">
              <a:defRPr sz="800"/>
            </a:lvl4pPr>
            <a:lvl5pPr marL="270000" indent="-90000">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a:t>ANU SCHOOL OF LAW  |   PRESENTATION NAME GOES HERE</a:t>
            </a:r>
            <a:endParaRPr lang="en-AU"/>
          </a:p>
        </p:txBody>
      </p:sp>
      <p:sp>
        <p:nvSpPr>
          <p:cNvPr id="6" name="Slide Number Placeholder 5"/>
          <p:cNvSpPr>
            <a:spLocks noGrp="1"/>
          </p:cNvSpPr>
          <p:nvPr>
            <p:ph type="sldNum" sz="quarter" idx="12"/>
          </p:nvPr>
        </p:nvSpPr>
        <p:spPr/>
        <p:txBody>
          <a:bodyPr/>
          <a:lstStyle>
            <a:lvl1pPr algn="l">
              <a:defRPr/>
            </a:lvl1pPr>
          </a:lstStyle>
          <a:p>
            <a:fld id="{10A01DC5-1685-4615-8240-15192985C6A2}" type="slidenum">
              <a:rPr lang="en-AU" smtClean="0"/>
              <a:pPr/>
              <a:t>‹#›</a:t>
            </a:fld>
            <a:endParaRPr lang="en-AU"/>
          </a:p>
        </p:txBody>
      </p:sp>
      <p:sp>
        <p:nvSpPr>
          <p:cNvPr id="7" name="Date Placeholder 10">
            <a:extLst>
              <a:ext uri="{FF2B5EF4-FFF2-40B4-BE49-F238E27FC236}">
                <a16:creationId xmlns:a16="http://schemas.microsoft.com/office/drawing/2014/main" id="{72E4F78E-88AE-49DC-94D5-AD2C60619063}"/>
              </a:ext>
            </a:extLst>
          </p:cNvPr>
          <p:cNvSpPr>
            <a:spLocks noGrp="1"/>
          </p:cNvSpPr>
          <p:nvPr>
            <p:ph type="dt" sz="half" idx="2"/>
          </p:nvPr>
        </p:nvSpPr>
        <p:spPr>
          <a:xfrm>
            <a:off x="6573176" y="4914000"/>
            <a:ext cx="720000" cy="108000"/>
          </a:xfrm>
          <a:prstGeom prst="rect">
            <a:avLst/>
          </a:prstGeom>
        </p:spPr>
        <p:txBody>
          <a:bodyPr vert="horz" lIns="0" tIns="0" rIns="0" bIns="0" rtlCol="0" anchor="ctr"/>
          <a:lstStyle>
            <a:lvl1pPr algn="l">
              <a:defRPr sz="600" cap="all" baseline="0">
                <a:solidFill>
                  <a:schemeClr val="tx1"/>
                </a:solidFill>
              </a:defRPr>
            </a:lvl1pPr>
          </a:lstStyle>
          <a:p>
            <a:r>
              <a:rPr lang="en-AU"/>
              <a:t>DD MMM YY</a:t>
            </a:r>
            <a:endParaRPr lang="en-AU" dirty="0"/>
          </a:p>
        </p:txBody>
      </p:sp>
      <p:sp>
        <p:nvSpPr>
          <p:cNvPr id="4" name="Text Placeholder 3">
            <a:extLst>
              <a:ext uri="{FF2B5EF4-FFF2-40B4-BE49-F238E27FC236}">
                <a16:creationId xmlns:a16="http://schemas.microsoft.com/office/drawing/2014/main" id="{B8587F0A-3EF9-46A9-A8FF-9715CF092942}"/>
              </a:ext>
            </a:extLst>
          </p:cNvPr>
          <p:cNvSpPr>
            <a:spLocks noGrp="1"/>
          </p:cNvSpPr>
          <p:nvPr>
            <p:ph type="body" sz="quarter" idx="13"/>
          </p:nvPr>
        </p:nvSpPr>
        <p:spPr>
          <a:xfrm>
            <a:off x="323850" y="324000"/>
            <a:ext cx="2520000" cy="4140000"/>
          </a:xfrm>
        </p:spPr>
        <p:txBody>
          <a:bodyPr/>
          <a:lstStyle>
            <a:lvl1pPr>
              <a:lnSpc>
                <a:spcPct val="80000"/>
              </a:lnSpc>
              <a:defRPr sz="3600">
                <a:solidFill>
                  <a:schemeClr val="accent1"/>
                </a:solidFill>
              </a:defRPr>
            </a:lvl1pPr>
            <a:lvl2pPr>
              <a:spcAft>
                <a:spcPts val="1200"/>
              </a:spcAft>
              <a:defRPr sz="1800">
                <a:solidFill>
                  <a:schemeClr val="tx1"/>
                </a:solidFill>
              </a:defRPr>
            </a:lvl2pPr>
            <a:lvl3pPr>
              <a:buNone/>
              <a:defRPr/>
            </a:lvl3pPr>
            <a:lvl4pPr marL="179388" indent="-179388">
              <a:buFont typeface="Arial" panose="020B0604020202020204" pitchFamily="34" charset="0"/>
              <a:buChar char="•"/>
              <a:defRPr/>
            </a:lvl4pPr>
            <a:lvl5pPr marL="357188" indent="-179388">
              <a:buFont typeface="Times New Roman" panose="02020603050405020304" pitchFamily="18"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4440002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smaller left, content right">
    <p:spTree>
      <p:nvGrpSpPr>
        <p:cNvPr id="1" name=""/>
        <p:cNvGrpSpPr/>
        <p:nvPr/>
      </p:nvGrpSpPr>
      <p:grpSpPr>
        <a:xfrm>
          <a:off x="0" y="0"/>
          <a:ext cx="0" cy="0"/>
          <a:chOff x="0" y="0"/>
          <a:chExt cx="0" cy="0"/>
        </a:xfrm>
      </p:grpSpPr>
      <p:sp>
        <p:nvSpPr>
          <p:cNvPr id="3" name="Content Placeholder 2"/>
          <p:cNvSpPr>
            <a:spLocks noGrp="1"/>
          </p:cNvSpPr>
          <p:nvPr>
            <p:ph idx="1"/>
          </p:nvPr>
        </p:nvSpPr>
        <p:spPr>
          <a:xfrm>
            <a:off x="3132000" y="324000"/>
            <a:ext cx="5652000" cy="4140000"/>
          </a:xfrm>
        </p:spPr>
        <p:txBody>
          <a:bodyPr numCol="2" spcCol="180000">
            <a:noAutofit/>
          </a:bodyPr>
          <a:lstStyle>
            <a:lvl1pPr>
              <a:defRPr sz="800">
                <a:solidFill>
                  <a:schemeClr val="accent1"/>
                </a:solidFill>
                <a:latin typeface="+mj-lt"/>
              </a:defRPr>
            </a:lvl1pPr>
            <a:lvl2pPr>
              <a:defRPr sz="800"/>
            </a:lvl2pPr>
            <a:lvl3pPr marL="90000" indent="-90000">
              <a:defRPr sz="800"/>
            </a:lvl3pPr>
            <a:lvl4pPr marL="180000" indent="-90000">
              <a:defRPr sz="800"/>
            </a:lvl4pPr>
            <a:lvl5pPr marL="270000" indent="-90000">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a:t>ANU SCHOOL OF LAW  |   PRESENTATION NAME GOES HERE</a:t>
            </a:r>
            <a:endParaRPr lang="en-AU"/>
          </a:p>
        </p:txBody>
      </p:sp>
      <p:sp>
        <p:nvSpPr>
          <p:cNvPr id="6" name="Slide Number Placeholder 5"/>
          <p:cNvSpPr>
            <a:spLocks noGrp="1"/>
          </p:cNvSpPr>
          <p:nvPr>
            <p:ph type="sldNum" sz="quarter" idx="12"/>
          </p:nvPr>
        </p:nvSpPr>
        <p:spPr/>
        <p:txBody>
          <a:bodyPr/>
          <a:lstStyle>
            <a:lvl1pPr algn="l">
              <a:defRPr/>
            </a:lvl1pPr>
          </a:lstStyle>
          <a:p>
            <a:fld id="{10A01DC5-1685-4615-8240-15192985C6A2}" type="slidenum">
              <a:rPr lang="en-AU" smtClean="0"/>
              <a:pPr/>
              <a:t>‹#›</a:t>
            </a:fld>
            <a:endParaRPr lang="en-AU"/>
          </a:p>
        </p:txBody>
      </p:sp>
      <p:sp>
        <p:nvSpPr>
          <p:cNvPr id="7" name="Date Placeholder 10">
            <a:extLst>
              <a:ext uri="{FF2B5EF4-FFF2-40B4-BE49-F238E27FC236}">
                <a16:creationId xmlns:a16="http://schemas.microsoft.com/office/drawing/2014/main" id="{72E4F78E-88AE-49DC-94D5-AD2C60619063}"/>
              </a:ext>
            </a:extLst>
          </p:cNvPr>
          <p:cNvSpPr>
            <a:spLocks noGrp="1"/>
          </p:cNvSpPr>
          <p:nvPr>
            <p:ph type="dt" sz="half" idx="2"/>
          </p:nvPr>
        </p:nvSpPr>
        <p:spPr>
          <a:xfrm>
            <a:off x="6573177" y="4914000"/>
            <a:ext cx="720000" cy="108000"/>
          </a:xfrm>
          <a:prstGeom prst="rect">
            <a:avLst/>
          </a:prstGeom>
        </p:spPr>
        <p:txBody>
          <a:bodyPr vert="horz" lIns="0" tIns="0" rIns="0" bIns="0" rtlCol="0" anchor="ctr"/>
          <a:lstStyle>
            <a:lvl1pPr algn="l">
              <a:defRPr sz="600" cap="all" baseline="0">
                <a:solidFill>
                  <a:schemeClr val="tx1"/>
                </a:solidFill>
              </a:defRPr>
            </a:lvl1pPr>
          </a:lstStyle>
          <a:p>
            <a:r>
              <a:rPr lang="en-AU"/>
              <a:t>DD MMM YY</a:t>
            </a:r>
            <a:endParaRPr lang="en-AU" dirty="0"/>
          </a:p>
        </p:txBody>
      </p:sp>
      <p:sp>
        <p:nvSpPr>
          <p:cNvPr id="4" name="Text Placeholder 3">
            <a:extLst>
              <a:ext uri="{FF2B5EF4-FFF2-40B4-BE49-F238E27FC236}">
                <a16:creationId xmlns:a16="http://schemas.microsoft.com/office/drawing/2014/main" id="{B8587F0A-3EF9-46A9-A8FF-9715CF092942}"/>
              </a:ext>
            </a:extLst>
          </p:cNvPr>
          <p:cNvSpPr>
            <a:spLocks noGrp="1"/>
          </p:cNvSpPr>
          <p:nvPr>
            <p:ph type="body" sz="quarter" idx="13"/>
          </p:nvPr>
        </p:nvSpPr>
        <p:spPr>
          <a:xfrm>
            <a:off x="323850" y="324000"/>
            <a:ext cx="2520000" cy="4140000"/>
          </a:xfrm>
        </p:spPr>
        <p:txBody>
          <a:bodyPr/>
          <a:lstStyle>
            <a:lvl1pPr>
              <a:lnSpc>
                <a:spcPct val="80000"/>
              </a:lnSpc>
              <a:defRPr sz="3600">
                <a:solidFill>
                  <a:schemeClr val="tx1"/>
                </a:solidFill>
              </a:defRPr>
            </a:lvl1pPr>
            <a:lvl2pPr>
              <a:spcAft>
                <a:spcPts val="1200"/>
              </a:spcAft>
              <a:defRPr sz="1800">
                <a:solidFill>
                  <a:schemeClr val="accent1"/>
                </a:solidFill>
              </a:defRPr>
            </a:lvl2pPr>
            <a:lvl3pPr>
              <a:buNone/>
              <a:defRPr sz="800"/>
            </a:lvl3pPr>
            <a:lvl4pPr marL="179388" indent="-179388">
              <a:buFont typeface="Arial" panose="020B0604020202020204" pitchFamily="34" charset="0"/>
              <a:buChar char="•"/>
              <a:defRPr sz="800"/>
            </a:lvl4pPr>
            <a:lvl5pPr marL="357188" indent="-179388">
              <a:buFont typeface="Times New Roman" panose="02020603050405020304" pitchFamily="18" charset="0"/>
              <a:buChar cha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28997053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a:t>ANU SCHOOL OF LAW  |   PRESENTATION NAME GOES HERE</a:t>
            </a:r>
            <a:endParaRPr lang="en-AU"/>
          </a:p>
        </p:txBody>
      </p:sp>
      <p:sp>
        <p:nvSpPr>
          <p:cNvPr id="6" name="Slide Number Placeholder 5"/>
          <p:cNvSpPr>
            <a:spLocks noGrp="1"/>
          </p:cNvSpPr>
          <p:nvPr>
            <p:ph type="sldNum" sz="quarter" idx="12"/>
          </p:nvPr>
        </p:nvSpPr>
        <p:spPr/>
        <p:txBody>
          <a:bodyPr/>
          <a:lstStyle>
            <a:lvl1pPr algn="l">
              <a:defRPr/>
            </a:lvl1pPr>
          </a:lstStyle>
          <a:p>
            <a:fld id="{10A01DC5-1685-4615-8240-15192985C6A2}" type="slidenum">
              <a:rPr lang="en-AU" smtClean="0"/>
              <a:pPr/>
              <a:t>‹#›</a:t>
            </a:fld>
            <a:endParaRPr lang="en-AU"/>
          </a:p>
        </p:txBody>
      </p:sp>
      <p:sp>
        <p:nvSpPr>
          <p:cNvPr id="7" name="Date Placeholder 10">
            <a:extLst>
              <a:ext uri="{FF2B5EF4-FFF2-40B4-BE49-F238E27FC236}">
                <a16:creationId xmlns:a16="http://schemas.microsoft.com/office/drawing/2014/main" id="{72E4F78E-88AE-49DC-94D5-AD2C60619063}"/>
              </a:ext>
            </a:extLst>
          </p:cNvPr>
          <p:cNvSpPr>
            <a:spLocks noGrp="1"/>
          </p:cNvSpPr>
          <p:nvPr>
            <p:ph type="dt" sz="half" idx="2"/>
          </p:nvPr>
        </p:nvSpPr>
        <p:spPr>
          <a:xfrm>
            <a:off x="6579153" y="4914000"/>
            <a:ext cx="720000" cy="108000"/>
          </a:xfrm>
          <a:prstGeom prst="rect">
            <a:avLst/>
          </a:prstGeom>
        </p:spPr>
        <p:txBody>
          <a:bodyPr vert="horz" lIns="0" tIns="0" rIns="0" bIns="0" rtlCol="0" anchor="ctr"/>
          <a:lstStyle>
            <a:lvl1pPr algn="l">
              <a:defRPr sz="600" cap="all" baseline="0">
                <a:solidFill>
                  <a:schemeClr val="tx1"/>
                </a:solidFill>
              </a:defRPr>
            </a:lvl1pPr>
          </a:lstStyle>
          <a:p>
            <a:r>
              <a:rPr lang="en-AU"/>
              <a:t>DD MMM YY</a:t>
            </a:r>
            <a:endParaRPr lang="en-AU" dirty="0"/>
          </a:p>
        </p:txBody>
      </p:sp>
      <p:sp>
        <p:nvSpPr>
          <p:cNvPr id="11" name="Text Placeholder 7">
            <a:extLst>
              <a:ext uri="{FF2B5EF4-FFF2-40B4-BE49-F238E27FC236}">
                <a16:creationId xmlns:a16="http://schemas.microsoft.com/office/drawing/2014/main" id="{94117324-6B4D-4511-9A09-354F37701177}"/>
              </a:ext>
            </a:extLst>
          </p:cNvPr>
          <p:cNvSpPr>
            <a:spLocks noGrp="1"/>
          </p:cNvSpPr>
          <p:nvPr>
            <p:ph type="body" sz="quarter" idx="13"/>
          </p:nvPr>
        </p:nvSpPr>
        <p:spPr>
          <a:xfrm>
            <a:off x="323850" y="324000"/>
            <a:ext cx="8459788" cy="1512887"/>
          </a:xfrm>
        </p:spPr>
        <p:txBody>
          <a:bodyPr/>
          <a:lstStyle>
            <a:lvl1pPr>
              <a:lnSpc>
                <a:spcPct val="80000"/>
              </a:lnSpc>
              <a:defRPr sz="3600">
                <a:solidFill>
                  <a:schemeClr val="accent1"/>
                </a:solidFill>
              </a:defRPr>
            </a:lvl1pPr>
            <a:lvl2pPr>
              <a:defRPr sz="1800"/>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7040763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left, image right">
    <p:spTree>
      <p:nvGrpSpPr>
        <p:cNvPr id="1" name=""/>
        <p:cNvGrpSpPr/>
        <p:nvPr/>
      </p:nvGrpSpPr>
      <p:grpSpPr>
        <a:xfrm>
          <a:off x="0" y="0"/>
          <a:ext cx="0" cy="0"/>
          <a:chOff x="0" y="0"/>
          <a:chExt cx="0" cy="0"/>
        </a:xfrm>
      </p:grpSpPr>
      <p:sp>
        <p:nvSpPr>
          <p:cNvPr id="3" name="Content Placeholder 2"/>
          <p:cNvSpPr>
            <a:spLocks noGrp="1"/>
          </p:cNvSpPr>
          <p:nvPr>
            <p:ph idx="1"/>
          </p:nvPr>
        </p:nvSpPr>
        <p:spPr>
          <a:xfrm>
            <a:off x="324000" y="1800000"/>
            <a:ext cx="3600000" cy="2700000"/>
          </a:xfrm>
        </p:spPr>
        <p:txBody>
          <a:bodyPr/>
          <a:lstStyle>
            <a:lvl1pPr>
              <a:defRPr sz="1400"/>
            </a:lvl1pPr>
            <a:lvl2pPr>
              <a:defRPr sz="11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a:t>ANU SCHOOL OF LAW  |   PRESENTATION NAME GOES HERE</a:t>
            </a:r>
            <a:endParaRPr lang="en-AU"/>
          </a:p>
        </p:txBody>
      </p:sp>
      <p:sp>
        <p:nvSpPr>
          <p:cNvPr id="6" name="Slide Number Placeholder 5"/>
          <p:cNvSpPr>
            <a:spLocks noGrp="1"/>
          </p:cNvSpPr>
          <p:nvPr>
            <p:ph type="sldNum" sz="quarter" idx="12"/>
          </p:nvPr>
        </p:nvSpPr>
        <p:spPr/>
        <p:txBody>
          <a:bodyPr/>
          <a:lstStyle>
            <a:lvl1pPr algn="l">
              <a:defRPr/>
            </a:lvl1pPr>
          </a:lstStyle>
          <a:p>
            <a:fld id="{10A01DC5-1685-4615-8240-15192985C6A2}" type="slidenum">
              <a:rPr lang="en-AU" smtClean="0"/>
              <a:pPr/>
              <a:t>‹#›</a:t>
            </a:fld>
            <a:endParaRPr lang="en-AU"/>
          </a:p>
        </p:txBody>
      </p:sp>
      <p:sp>
        <p:nvSpPr>
          <p:cNvPr id="7" name="Date Placeholder 10">
            <a:extLst>
              <a:ext uri="{FF2B5EF4-FFF2-40B4-BE49-F238E27FC236}">
                <a16:creationId xmlns:a16="http://schemas.microsoft.com/office/drawing/2014/main" id="{72E4F78E-88AE-49DC-94D5-AD2C60619063}"/>
              </a:ext>
            </a:extLst>
          </p:cNvPr>
          <p:cNvSpPr>
            <a:spLocks noGrp="1"/>
          </p:cNvSpPr>
          <p:nvPr>
            <p:ph type="dt" sz="half" idx="2"/>
          </p:nvPr>
        </p:nvSpPr>
        <p:spPr>
          <a:xfrm>
            <a:off x="6579153" y="4914000"/>
            <a:ext cx="720000" cy="108000"/>
          </a:xfrm>
          <a:prstGeom prst="rect">
            <a:avLst/>
          </a:prstGeom>
        </p:spPr>
        <p:txBody>
          <a:bodyPr vert="horz" lIns="0" tIns="0" rIns="0" bIns="0" rtlCol="0" anchor="ctr"/>
          <a:lstStyle>
            <a:lvl1pPr algn="l">
              <a:defRPr sz="600" cap="all" baseline="0">
                <a:solidFill>
                  <a:schemeClr val="tx1"/>
                </a:solidFill>
              </a:defRPr>
            </a:lvl1pPr>
          </a:lstStyle>
          <a:p>
            <a:r>
              <a:rPr lang="en-AU"/>
              <a:t>DD MMM YY</a:t>
            </a:r>
            <a:endParaRPr lang="en-AU" dirty="0"/>
          </a:p>
        </p:txBody>
      </p:sp>
      <p:sp>
        <p:nvSpPr>
          <p:cNvPr id="8" name="Text Placeholder 7">
            <a:extLst>
              <a:ext uri="{FF2B5EF4-FFF2-40B4-BE49-F238E27FC236}">
                <a16:creationId xmlns:a16="http://schemas.microsoft.com/office/drawing/2014/main" id="{1523145E-4A65-4D12-BF17-1E376D23E49C}"/>
              </a:ext>
            </a:extLst>
          </p:cNvPr>
          <p:cNvSpPr>
            <a:spLocks noGrp="1"/>
          </p:cNvSpPr>
          <p:nvPr>
            <p:ph type="body" sz="quarter" idx="13"/>
          </p:nvPr>
        </p:nvSpPr>
        <p:spPr>
          <a:xfrm>
            <a:off x="323850" y="324000"/>
            <a:ext cx="3600000" cy="1512887"/>
          </a:xfrm>
        </p:spPr>
        <p:txBody>
          <a:bodyPr/>
          <a:lstStyle>
            <a:lvl1pPr>
              <a:lnSpc>
                <a:spcPct val="80000"/>
              </a:lnSpc>
              <a:defRPr sz="3600">
                <a:solidFill>
                  <a:schemeClr val="accent1"/>
                </a:solidFill>
              </a:defRPr>
            </a:lvl1pPr>
            <a:lvl2pPr>
              <a:defRPr sz="1800"/>
            </a:lvl2pPr>
            <a:lvl3pPr>
              <a:buNone/>
              <a:defRPr/>
            </a:lvl3pPr>
          </a:lstStyle>
          <a:p>
            <a:pPr lvl="0"/>
            <a:r>
              <a:rPr lang="en-US"/>
              <a:t>Click to edit Master text styles</a:t>
            </a:r>
          </a:p>
          <a:p>
            <a:pPr lvl="1"/>
            <a:r>
              <a:rPr lang="en-US"/>
              <a:t>Second level</a:t>
            </a:r>
          </a:p>
        </p:txBody>
      </p:sp>
      <p:cxnSp>
        <p:nvCxnSpPr>
          <p:cNvPr id="12" name="Straight Connector 11">
            <a:extLst>
              <a:ext uri="{FF2B5EF4-FFF2-40B4-BE49-F238E27FC236}">
                <a16:creationId xmlns:a16="http://schemas.microsoft.com/office/drawing/2014/main" id="{AE17CBD4-5DAE-4848-BC50-36416D91C4AD}"/>
              </a:ext>
            </a:extLst>
          </p:cNvPr>
          <p:cNvCxnSpPr/>
          <p:nvPr userDrawn="1"/>
        </p:nvCxnSpPr>
        <p:spPr>
          <a:xfrm>
            <a:off x="4572000" y="324000"/>
            <a:ext cx="0" cy="4104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Picture Placeholder 13">
            <a:extLst>
              <a:ext uri="{FF2B5EF4-FFF2-40B4-BE49-F238E27FC236}">
                <a16:creationId xmlns:a16="http://schemas.microsoft.com/office/drawing/2014/main" id="{52B441EC-09C6-4B4A-9603-C02952057BC3}"/>
              </a:ext>
            </a:extLst>
          </p:cNvPr>
          <p:cNvSpPr>
            <a:spLocks noGrp="1"/>
          </p:cNvSpPr>
          <p:nvPr>
            <p:ph type="pic" sz="quarter" idx="14"/>
          </p:nvPr>
        </p:nvSpPr>
        <p:spPr>
          <a:xfrm>
            <a:off x="5256000" y="323850"/>
            <a:ext cx="3528000" cy="4104000"/>
          </a:xfrm>
        </p:spPr>
        <p:txBody>
          <a:bodyPr/>
          <a:lstStyle/>
          <a:p>
            <a:r>
              <a:rPr lang="en-US"/>
              <a:t>Click icon to add picture</a:t>
            </a:r>
            <a:endParaRPr lang="en-AU"/>
          </a:p>
        </p:txBody>
      </p:sp>
      <p:sp>
        <p:nvSpPr>
          <p:cNvPr id="16" name="Text Placeholder 15">
            <a:extLst>
              <a:ext uri="{FF2B5EF4-FFF2-40B4-BE49-F238E27FC236}">
                <a16:creationId xmlns:a16="http://schemas.microsoft.com/office/drawing/2014/main" id="{FC4D845E-CFE4-4388-98CF-2B7CD087A960}"/>
              </a:ext>
            </a:extLst>
          </p:cNvPr>
          <p:cNvSpPr>
            <a:spLocks noGrp="1"/>
          </p:cNvSpPr>
          <p:nvPr>
            <p:ph type="body" sz="quarter" idx="15" hasCustomPrompt="1"/>
          </p:nvPr>
        </p:nvSpPr>
        <p:spPr>
          <a:xfrm>
            <a:off x="5112000" y="630621"/>
            <a:ext cx="108000" cy="3796917"/>
          </a:xfrm>
        </p:spPr>
        <p:txBody>
          <a:bodyPr vert="vert270" anchor="t"/>
          <a:lstStyle>
            <a:lvl1pPr>
              <a:defRPr sz="600">
                <a:solidFill>
                  <a:schemeClr val="tx1"/>
                </a:solidFill>
                <a:latin typeface="+mn-lt"/>
              </a:defRPr>
            </a:lvl1pPr>
          </a:lstStyle>
          <a:p>
            <a:pPr lvl="0"/>
            <a:r>
              <a:rPr lang="en-US" dirty="0"/>
              <a:t>Image credit here</a:t>
            </a:r>
          </a:p>
        </p:txBody>
      </p:sp>
    </p:spTree>
    <p:extLst>
      <p:ext uri="{BB962C8B-B14F-4D97-AF65-F5344CB8AC3E}">
        <p14:creationId xmlns:p14="http://schemas.microsoft.com/office/powerpoint/2010/main" val="23093478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mage left, text right">
    <p:spTree>
      <p:nvGrpSpPr>
        <p:cNvPr id="1" name=""/>
        <p:cNvGrpSpPr/>
        <p:nvPr/>
      </p:nvGrpSpPr>
      <p:grpSpPr>
        <a:xfrm>
          <a:off x="0" y="0"/>
          <a:ext cx="0" cy="0"/>
          <a:chOff x="0" y="0"/>
          <a:chExt cx="0" cy="0"/>
        </a:xfrm>
      </p:grpSpPr>
      <p:sp>
        <p:nvSpPr>
          <p:cNvPr id="3" name="Content Placeholder 2"/>
          <p:cNvSpPr>
            <a:spLocks noGrp="1"/>
          </p:cNvSpPr>
          <p:nvPr>
            <p:ph idx="1"/>
          </p:nvPr>
        </p:nvSpPr>
        <p:spPr>
          <a:xfrm>
            <a:off x="5220150" y="1080000"/>
            <a:ext cx="3600000" cy="3347538"/>
          </a:xfrm>
        </p:spPr>
        <p:txBody>
          <a:bodyPr/>
          <a:lstStyle>
            <a:lvl1pPr>
              <a:defRPr sz="1400"/>
            </a:lvl1pPr>
            <a:lvl2pPr>
              <a:defRPr sz="11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a:extLst>
              <a:ext uri="{FF2B5EF4-FFF2-40B4-BE49-F238E27FC236}">
                <a16:creationId xmlns:a16="http://schemas.microsoft.com/office/drawing/2014/main" id="{1523145E-4A65-4D12-BF17-1E376D23E49C}"/>
              </a:ext>
            </a:extLst>
          </p:cNvPr>
          <p:cNvSpPr>
            <a:spLocks noGrp="1"/>
          </p:cNvSpPr>
          <p:nvPr>
            <p:ph type="body" sz="quarter" idx="13"/>
          </p:nvPr>
        </p:nvSpPr>
        <p:spPr>
          <a:xfrm>
            <a:off x="5220000" y="324000"/>
            <a:ext cx="3600000" cy="1512887"/>
          </a:xfrm>
        </p:spPr>
        <p:txBody>
          <a:bodyPr/>
          <a:lstStyle>
            <a:lvl1pPr>
              <a:lnSpc>
                <a:spcPct val="80000"/>
              </a:lnSpc>
              <a:defRPr sz="3600">
                <a:solidFill>
                  <a:schemeClr val="tx1"/>
                </a:solidFill>
              </a:defRPr>
            </a:lvl1pPr>
            <a:lvl2pPr>
              <a:defRPr sz="1800">
                <a:solidFill>
                  <a:schemeClr val="accent1"/>
                </a:solidFill>
              </a:defRPr>
            </a:lvl2pPr>
            <a:lvl3pPr>
              <a:buNone/>
              <a:defRPr/>
            </a:lvl3pPr>
          </a:lstStyle>
          <a:p>
            <a:pPr lvl="0"/>
            <a:r>
              <a:rPr lang="en-US"/>
              <a:t>Click to edit Master text styles</a:t>
            </a:r>
          </a:p>
          <a:p>
            <a:pPr lvl="1"/>
            <a:r>
              <a:rPr lang="en-US"/>
              <a:t>Second level</a:t>
            </a:r>
          </a:p>
        </p:txBody>
      </p:sp>
      <p:sp>
        <p:nvSpPr>
          <p:cNvPr id="5" name="Footer Placeholder 4"/>
          <p:cNvSpPr>
            <a:spLocks noGrp="1"/>
          </p:cNvSpPr>
          <p:nvPr>
            <p:ph type="ftr" sz="quarter" idx="11"/>
          </p:nvPr>
        </p:nvSpPr>
        <p:spPr/>
        <p:txBody>
          <a:bodyPr/>
          <a:lstStyle/>
          <a:p>
            <a:r>
              <a:rPr lang="en-US"/>
              <a:t>ANU SCHOOL OF LAW  |   PRESENTATION NAME GOES HERE</a:t>
            </a:r>
            <a:endParaRPr lang="en-AU"/>
          </a:p>
        </p:txBody>
      </p:sp>
      <p:sp>
        <p:nvSpPr>
          <p:cNvPr id="6" name="Slide Number Placeholder 5"/>
          <p:cNvSpPr>
            <a:spLocks noGrp="1"/>
          </p:cNvSpPr>
          <p:nvPr>
            <p:ph type="sldNum" sz="quarter" idx="12"/>
          </p:nvPr>
        </p:nvSpPr>
        <p:spPr/>
        <p:txBody>
          <a:bodyPr/>
          <a:lstStyle>
            <a:lvl1pPr algn="l">
              <a:defRPr/>
            </a:lvl1pPr>
          </a:lstStyle>
          <a:p>
            <a:fld id="{10A01DC5-1685-4615-8240-15192985C6A2}" type="slidenum">
              <a:rPr lang="en-AU" smtClean="0"/>
              <a:pPr/>
              <a:t>‹#›</a:t>
            </a:fld>
            <a:endParaRPr lang="en-AU"/>
          </a:p>
        </p:txBody>
      </p:sp>
      <p:sp>
        <p:nvSpPr>
          <p:cNvPr id="7" name="Date Placeholder 10">
            <a:extLst>
              <a:ext uri="{FF2B5EF4-FFF2-40B4-BE49-F238E27FC236}">
                <a16:creationId xmlns:a16="http://schemas.microsoft.com/office/drawing/2014/main" id="{72E4F78E-88AE-49DC-94D5-AD2C60619063}"/>
              </a:ext>
            </a:extLst>
          </p:cNvPr>
          <p:cNvSpPr>
            <a:spLocks noGrp="1"/>
          </p:cNvSpPr>
          <p:nvPr>
            <p:ph type="dt" sz="half" idx="2"/>
          </p:nvPr>
        </p:nvSpPr>
        <p:spPr>
          <a:xfrm>
            <a:off x="6573176" y="4914000"/>
            <a:ext cx="720000" cy="108000"/>
          </a:xfrm>
          <a:prstGeom prst="rect">
            <a:avLst/>
          </a:prstGeom>
        </p:spPr>
        <p:txBody>
          <a:bodyPr vert="horz" lIns="0" tIns="0" rIns="0" bIns="0" rtlCol="0" anchor="ctr"/>
          <a:lstStyle>
            <a:lvl1pPr algn="l">
              <a:defRPr sz="600" cap="all" baseline="0">
                <a:solidFill>
                  <a:schemeClr val="tx1"/>
                </a:solidFill>
              </a:defRPr>
            </a:lvl1pPr>
          </a:lstStyle>
          <a:p>
            <a:r>
              <a:rPr lang="en-AU"/>
              <a:t>DD MMM YY</a:t>
            </a:r>
            <a:endParaRPr lang="en-AU" dirty="0"/>
          </a:p>
        </p:txBody>
      </p:sp>
      <p:cxnSp>
        <p:nvCxnSpPr>
          <p:cNvPr id="12" name="Straight Connector 11">
            <a:extLst>
              <a:ext uri="{FF2B5EF4-FFF2-40B4-BE49-F238E27FC236}">
                <a16:creationId xmlns:a16="http://schemas.microsoft.com/office/drawing/2014/main" id="{AE17CBD4-5DAE-4848-BC50-36416D91C4AD}"/>
              </a:ext>
            </a:extLst>
          </p:cNvPr>
          <p:cNvCxnSpPr/>
          <p:nvPr userDrawn="1"/>
        </p:nvCxnSpPr>
        <p:spPr>
          <a:xfrm>
            <a:off x="4572000" y="324000"/>
            <a:ext cx="0" cy="4104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Picture Placeholder 13">
            <a:extLst>
              <a:ext uri="{FF2B5EF4-FFF2-40B4-BE49-F238E27FC236}">
                <a16:creationId xmlns:a16="http://schemas.microsoft.com/office/drawing/2014/main" id="{52B441EC-09C6-4B4A-9603-C02952057BC3}"/>
              </a:ext>
            </a:extLst>
          </p:cNvPr>
          <p:cNvSpPr>
            <a:spLocks noGrp="1"/>
          </p:cNvSpPr>
          <p:nvPr>
            <p:ph type="pic" sz="quarter" idx="14"/>
          </p:nvPr>
        </p:nvSpPr>
        <p:spPr>
          <a:xfrm>
            <a:off x="324000" y="323850"/>
            <a:ext cx="3528000" cy="4104000"/>
          </a:xfrm>
        </p:spPr>
        <p:txBody>
          <a:bodyPr/>
          <a:lstStyle/>
          <a:p>
            <a:r>
              <a:rPr lang="en-US"/>
              <a:t>Click icon to add picture</a:t>
            </a:r>
            <a:endParaRPr lang="en-AU"/>
          </a:p>
        </p:txBody>
      </p:sp>
      <p:sp>
        <p:nvSpPr>
          <p:cNvPr id="16" name="Text Placeholder 15">
            <a:extLst>
              <a:ext uri="{FF2B5EF4-FFF2-40B4-BE49-F238E27FC236}">
                <a16:creationId xmlns:a16="http://schemas.microsoft.com/office/drawing/2014/main" id="{FC4D845E-CFE4-4388-98CF-2B7CD087A960}"/>
              </a:ext>
            </a:extLst>
          </p:cNvPr>
          <p:cNvSpPr>
            <a:spLocks noGrp="1"/>
          </p:cNvSpPr>
          <p:nvPr>
            <p:ph type="body" sz="quarter" idx="15" hasCustomPrompt="1"/>
          </p:nvPr>
        </p:nvSpPr>
        <p:spPr>
          <a:xfrm>
            <a:off x="3960000" y="630621"/>
            <a:ext cx="108000" cy="3796917"/>
          </a:xfrm>
        </p:spPr>
        <p:txBody>
          <a:bodyPr vert="vert270" anchor="t"/>
          <a:lstStyle>
            <a:lvl1pPr>
              <a:defRPr sz="600">
                <a:solidFill>
                  <a:schemeClr val="tx1"/>
                </a:solidFill>
                <a:latin typeface="+mn-lt"/>
              </a:defRPr>
            </a:lvl1pPr>
          </a:lstStyle>
          <a:p>
            <a:pPr lvl="0"/>
            <a:r>
              <a:rPr lang="en-US" dirty="0"/>
              <a:t>Image credit here</a:t>
            </a:r>
          </a:p>
        </p:txBody>
      </p:sp>
    </p:spTree>
    <p:extLst>
      <p:ext uri="{BB962C8B-B14F-4D97-AF65-F5344CB8AC3E}">
        <p14:creationId xmlns:p14="http://schemas.microsoft.com/office/powerpoint/2010/main" val="3002268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left, large image righ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ANU SCHOOL OF LAW  |   PRESENTATION NAME GOES HERE</a:t>
            </a:r>
            <a:endParaRPr lang="en-AU"/>
          </a:p>
        </p:txBody>
      </p:sp>
      <p:sp>
        <p:nvSpPr>
          <p:cNvPr id="6" name="Slide Number Placeholder 5"/>
          <p:cNvSpPr>
            <a:spLocks noGrp="1"/>
          </p:cNvSpPr>
          <p:nvPr>
            <p:ph type="sldNum" sz="quarter" idx="12"/>
          </p:nvPr>
        </p:nvSpPr>
        <p:spPr/>
        <p:txBody>
          <a:bodyPr/>
          <a:lstStyle>
            <a:lvl1pPr algn="l">
              <a:defRPr/>
            </a:lvl1pPr>
          </a:lstStyle>
          <a:p>
            <a:fld id="{10A01DC5-1685-4615-8240-15192985C6A2}" type="slidenum">
              <a:rPr lang="en-AU" smtClean="0"/>
              <a:pPr/>
              <a:t>‹#›</a:t>
            </a:fld>
            <a:endParaRPr lang="en-AU"/>
          </a:p>
        </p:txBody>
      </p:sp>
      <p:sp>
        <p:nvSpPr>
          <p:cNvPr id="7" name="Date Placeholder 10">
            <a:extLst>
              <a:ext uri="{FF2B5EF4-FFF2-40B4-BE49-F238E27FC236}">
                <a16:creationId xmlns:a16="http://schemas.microsoft.com/office/drawing/2014/main" id="{72E4F78E-88AE-49DC-94D5-AD2C60619063}"/>
              </a:ext>
            </a:extLst>
          </p:cNvPr>
          <p:cNvSpPr>
            <a:spLocks noGrp="1"/>
          </p:cNvSpPr>
          <p:nvPr>
            <p:ph type="dt" sz="half" idx="2"/>
          </p:nvPr>
        </p:nvSpPr>
        <p:spPr>
          <a:xfrm>
            <a:off x="6573177" y="4914000"/>
            <a:ext cx="720000" cy="108000"/>
          </a:xfrm>
          <a:prstGeom prst="rect">
            <a:avLst/>
          </a:prstGeom>
        </p:spPr>
        <p:txBody>
          <a:bodyPr vert="horz" lIns="0" tIns="0" rIns="0" bIns="0" rtlCol="0" anchor="ctr"/>
          <a:lstStyle>
            <a:lvl1pPr algn="l">
              <a:defRPr sz="600" cap="all" baseline="0">
                <a:solidFill>
                  <a:schemeClr val="tx1"/>
                </a:solidFill>
              </a:defRPr>
            </a:lvl1pPr>
          </a:lstStyle>
          <a:p>
            <a:r>
              <a:rPr lang="en-AU"/>
              <a:t>DD MMM YY</a:t>
            </a:r>
            <a:endParaRPr lang="en-AU" dirty="0"/>
          </a:p>
        </p:txBody>
      </p:sp>
      <p:sp>
        <p:nvSpPr>
          <p:cNvPr id="14" name="Picture Placeholder 13">
            <a:extLst>
              <a:ext uri="{FF2B5EF4-FFF2-40B4-BE49-F238E27FC236}">
                <a16:creationId xmlns:a16="http://schemas.microsoft.com/office/drawing/2014/main" id="{52B441EC-09C6-4B4A-9603-C02952057BC3}"/>
              </a:ext>
            </a:extLst>
          </p:cNvPr>
          <p:cNvSpPr>
            <a:spLocks noGrp="1"/>
          </p:cNvSpPr>
          <p:nvPr>
            <p:ph type="pic" sz="quarter" idx="14"/>
          </p:nvPr>
        </p:nvSpPr>
        <p:spPr>
          <a:xfrm>
            <a:off x="3132000" y="323850"/>
            <a:ext cx="5652000" cy="4104000"/>
          </a:xfrm>
        </p:spPr>
        <p:txBody>
          <a:bodyPr/>
          <a:lstStyle/>
          <a:p>
            <a:r>
              <a:rPr lang="en-US"/>
              <a:t>Click icon to add picture</a:t>
            </a:r>
            <a:endParaRPr lang="en-AU"/>
          </a:p>
        </p:txBody>
      </p:sp>
      <p:sp>
        <p:nvSpPr>
          <p:cNvPr id="16" name="Text Placeholder 15">
            <a:extLst>
              <a:ext uri="{FF2B5EF4-FFF2-40B4-BE49-F238E27FC236}">
                <a16:creationId xmlns:a16="http://schemas.microsoft.com/office/drawing/2014/main" id="{FC4D845E-CFE4-4388-98CF-2B7CD087A960}"/>
              </a:ext>
            </a:extLst>
          </p:cNvPr>
          <p:cNvSpPr>
            <a:spLocks noGrp="1"/>
          </p:cNvSpPr>
          <p:nvPr>
            <p:ph type="body" sz="quarter" idx="15" hasCustomPrompt="1"/>
          </p:nvPr>
        </p:nvSpPr>
        <p:spPr>
          <a:xfrm>
            <a:off x="2952000" y="630621"/>
            <a:ext cx="108000" cy="3796917"/>
          </a:xfrm>
        </p:spPr>
        <p:txBody>
          <a:bodyPr vert="vert270" anchor="t"/>
          <a:lstStyle>
            <a:lvl1pPr>
              <a:defRPr sz="600">
                <a:solidFill>
                  <a:schemeClr val="tx1"/>
                </a:solidFill>
                <a:latin typeface="+mn-lt"/>
              </a:defRPr>
            </a:lvl1pPr>
          </a:lstStyle>
          <a:p>
            <a:pPr lvl="0"/>
            <a:r>
              <a:rPr lang="en-US" dirty="0"/>
              <a:t>Image credit here</a:t>
            </a:r>
          </a:p>
        </p:txBody>
      </p:sp>
      <p:sp>
        <p:nvSpPr>
          <p:cNvPr id="13" name="Text Placeholder 3">
            <a:extLst>
              <a:ext uri="{FF2B5EF4-FFF2-40B4-BE49-F238E27FC236}">
                <a16:creationId xmlns:a16="http://schemas.microsoft.com/office/drawing/2014/main" id="{86B4478A-1BDA-4472-A289-4B0C4E795994}"/>
              </a:ext>
            </a:extLst>
          </p:cNvPr>
          <p:cNvSpPr>
            <a:spLocks noGrp="1"/>
          </p:cNvSpPr>
          <p:nvPr>
            <p:ph type="body" sz="quarter" idx="13"/>
          </p:nvPr>
        </p:nvSpPr>
        <p:spPr>
          <a:xfrm>
            <a:off x="323850" y="324000"/>
            <a:ext cx="2160000" cy="4140000"/>
          </a:xfrm>
        </p:spPr>
        <p:txBody>
          <a:bodyPr/>
          <a:lstStyle>
            <a:lvl1pPr>
              <a:lnSpc>
                <a:spcPct val="80000"/>
              </a:lnSpc>
              <a:defRPr sz="3600">
                <a:solidFill>
                  <a:schemeClr val="tx1"/>
                </a:solidFill>
              </a:defRPr>
            </a:lvl1pPr>
            <a:lvl2pPr>
              <a:spcAft>
                <a:spcPts val="1200"/>
              </a:spcAft>
              <a:defRPr sz="1800">
                <a:solidFill>
                  <a:schemeClr val="accent1"/>
                </a:solidFill>
              </a:defRPr>
            </a:lvl2pPr>
            <a:lvl3pPr>
              <a:buNone/>
              <a:defRPr sz="800"/>
            </a:lvl3pPr>
            <a:lvl4pPr marL="179388" indent="-179388">
              <a:buFont typeface="Arial" panose="020B0604020202020204" pitchFamily="34" charset="0"/>
              <a:buChar char="•"/>
              <a:defRPr sz="800"/>
            </a:lvl4pPr>
            <a:lvl5pPr marL="357188" indent="-179388">
              <a:buFont typeface="Times New Roman" panose="02020603050405020304" pitchFamily="18" charset="0"/>
              <a:buChar cha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21889458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mage only">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ANU SCHOOL OF LAW  |   PRESENTATION NAME GOES HERE</a:t>
            </a:r>
            <a:endParaRPr lang="en-AU"/>
          </a:p>
        </p:txBody>
      </p:sp>
      <p:sp>
        <p:nvSpPr>
          <p:cNvPr id="4" name="Slide Number Placeholder 3"/>
          <p:cNvSpPr>
            <a:spLocks noGrp="1"/>
          </p:cNvSpPr>
          <p:nvPr>
            <p:ph type="sldNum" sz="quarter" idx="12"/>
          </p:nvPr>
        </p:nvSpPr>
        <p:spPr/>
        <p:txBody>
          <a:bodyPr/>
          <a:lstStyle>
            <a:lvl1pPr algn="l">
              <a:defRPr/>
            </a:lvl1pPr>
          </a:lstStyle>
          <a:p>
            <a:fld id="{10A01DC5-1685-4615-8240-15192985C6A2}" type="slidenum">
              <a:rPr lang="en-AU" smtClean="0"/>
              <a:pPr/>
              <a:t>‹#›</a:t>
            </a:fld>
            <a:endParaRPr lang="en-AU" dirty="0"/>
          </a:p>
        </p:txBody>
      </p:sp>
      <p:sp>
        <p:nvSpPr>
          <p:cNvPr id="5" name="Date Placeholder 10">
            <a:extLst>
              <a:ext uri="{FF2B5EF4-FFF2-40B4-BE49-F238E27FC236}">
                <a16:creationId xmlns:a16="http://schemas.microsoft.com/office/drawing/2014/main" id="{17E45197-8F27-48C7-B54F-6D8F7E295482}"/>
              </a:ext>
            </a:extLst>
          </p:cNvPr>
          <p:cNvSpPr>
            <a:spLocks noGrp="1"/>
          </p:cNvSpPr>
          <p:nvPr>
            <p:ph type="dt" sz="half" idx="2"/>
          </p:nvPr>
        </p:nvSpPr>
        <p:spPr>
          <a:xfrm>
            <a:off x="6573176" y="4914000"/>
            <a:ext cx="720000" cy="108000"/>
          </a:xfrm>
          <a:prstGeom prst="rect">
            <a:avLst/>
          </a:prstGeom>
        </p:spPr>
        <p:txBody>
          <a:bodyPr vert="horz" lIns="0" tIns="0" rIns="0" bIns="0" rtlCol="0" anchor="ctr"/>
          <a:lstStyle>
            <a:lvl1pPr algn="l">
              <a:defRPr sz="600" cap="all" baseline="0">
                <a:solidFill>
                  <a:schemeClr val="tx1"/>
                </a:solidFill>
              </a:defRPr>
            </a:lvl1pPr>
          </a:lstStyle>
          <a:p>
            <a:r>
              <a:rPr lang="en-AU"/>
              <a:t>DD MMM YY</a:t>
            </a:r>
            <a:endParaRPr lang="en-AU" dirty="0"/>
          </a:p>
        </p:txBody>
      </p:sp>
      <p:sp>
        <p:nvSpPr>
          <p:cNvPr id="8" name="Picture Placeholder 7">
            <a:extLst>
              <a:ext uri="{FF2B5EF4-FFF2-40B4-BE49-F238E27FC236}">
                <a16:creationId xmlns:a16="http://schemas.microsoft.com/office/drawing/2014/main" id="{73307DB3-CBE2-4A55-BE8E-C26CBADA0D74}"/>
              </a:ext>
            </a:extLst>
          </p:cNvPr>
          <p:cNvSpPr>
            <a:spLocks noGrp="1"/>
          </p:cNvSpPr>
          <p:nvPr>
            <p:ph type="pic" sz="quarter" idx="13"/>
          </p:nvPr>
        </p:nvSpPr>
        <p:spPr>
          <a:xfrm>
            <a:off x="323850" y="324000"/>
            <a:ext cx="8460000" cy="4104000"/>
          </a:xfrm>
        </p:spPr>
        <p:txBody>
          <a:bodyPr/>
          <a:lstStyle/>
          <a:p>
            <a:r>
              <a:rPr lang="en-US"/>
              <a:t>Click icon to add picture</a:t>
            </a:r>
            <a:endParaRPr lang="en-AU"/>
          </a:p>
        </p:txBody>
      </p:sp>
      <p:sp>
        <p:nvSpPr>
          <p:cNvPr id="9" name="Text Placeholder 15">
            <a:extLst>
              <a:ext uri="{FF2B5EF4-FFF2-40B4-BE49-F238E27FC236}">
                <a16:creationId xmlns:a16="http://schemas.microsoft.com/office/drawing/2014/main" id="{F005714D-B845-45B5-AB70-7040C7217277}"/>
              </a:ext>
            </a:extLst>
          </p:cNvPr>
          <p:cNvSpPr>
            <a:spLocks noGrp="1"/>
          </p:cNvSpPr>
          <p:nvPr>
            <p:ph type="body" sz="quarter" idx="15" hasCustomPrompt="1"/>
          </p:nvPr>
        </p:nvSpPr>
        <p:spPr>
          <a:xfrm>
            <a:off x="180000" y="630621"/>
            <a:ext cx="108000" cy="3796917"/>
          </a:xfrm>
        </p:spPr>
        <p:txBody>
          <a:bodyPr vert="vert270" anchor="t"/>
          <a:lstStyle>
            <a:lvl1pPr>
              <a:defRPr sz="600">
                <a:solidFill>
                  <a:schemeClr val="tx1"/>
                </a:solidFill>
                <a:latin typeface="+mn-lt"/>
              </a:defRPr>
            </a:lvl1pPr>
          </a:lstStyle>
          <a:p>
            <a:pPr lvl="0"/>
            <a:r>
              <a:rPr lang="en-US" dirty="0"/>
              <a:t>Image credit here</a:t>
            </a:r>
          </a:p>
        </p:txBody>
      </p:sp>
    </p:spTree>
    <p:extLst>
      <p:ext uri="{BB962C8B-B14F-4D97-AF65-F5344CB8AC3E}">
        <p14:creationId xmlns:p14="http://schemas.microsoft.com/office/powerpoint/2010/main" val="30116877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images only">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ANU SCHOOL OF LAW  |   PRESENTATION NAME GOES HERE</a:t>
            </a:r>
            <a:endParaRPr lang="en-AU"/>
          </a:p>
        </p:txBody>
      </p:sp>
      <p:sp>
        <p:nvSpPr>
          <p:cNvPr id="4" name="Slide Number Placeholder 3"/>
          <p:cNvSpPr>
            <a:spLocks noGrp="1"/>
          </p:cNvSpPr>
          <p:nvPr>
            <p:ph type="sldNum" sz="quarter" idx="12"/>
          </p:nvPr>
        </p:nvSpPr>
        <p:spPr/>
        <p:txBody>
          <a:bodyPr/>
          <a:lstStyle>
            <a:lvl1pPr algn="l">
              <a:defRPr/>
            </a:lvl1pPr>
          </a:lstStyle>
          <a:p>
            <a:fld id="{10A01DC5-1685-4615-8240-15192985C6A2}" type="slidenum">
              <a:rPr lang="en-AU" smtClean="0"/>
              <a:pPr/>
              <a:t>‹#›</a:t>
            </a:fld>
            <a:endParaRPr lang="en-AU" dirty="0"/>
          </a:p>
        </p:txBody>
      </p:sp>
      <p:sp>
        <p:nvSpPr>
          <p:cNvPr id="5" name="Date Placeholder 10">
            <a:extLst>
              <a:ext uri="{FF2B5EF4-FFF2-40B4-BE49-F238E27FC236}">
                <a16:creationId xmlns:a16="http://schemas.microsoft.com/office/drawing/2014/main" id="{17E45197-8F27-48C7-B54F-6D8F7E295482}"/>
              </a:ext>
            </a:extLst>
          </p:cNvPr>
          <p:cNvSpPr>
            <a:spLocks noGrp="1"/>
          </p:cNvSpPr>
          <p:nvPr>
            <p:ph type="dt" sz="half" idx="2"/>
          </p:nvPr>
        </p:nvSpPr>
        <p:spPr>
          <a:xfrm>
            <a:off x="6573177" y="4914000"/>
            <a:ext cx="720000" cy="108000"/>
          </a:xfrm>
          <a:prstGeom prst="rect">
            <a:avLst/>
          </a:prstGeom>
        </p:spPr>
        <p:txBody>
          <a:bodyPr vert="horz" lIns="0" tIns="0" rIns="0" bIns="0" rtlCol="0" anchor="ctr"/>
          <a:lstStyle>
            <a:lvl1pPr algn="l">
              <a:defRPr sz="600" cap="all" baseline="0">
                <a:solidFill>
                  <a:schemeClr val="tx1"/>
                </a:solidFill>
              </a:defRPr>
            </a:lvl1pPr>
          </a:lstStyle>
          <a:p>
            <a:r>
              <a:rPr lang="en-AU"/>
              <a:t>DD MMM YY</a:t>
            </a:r>
            <a:endParaRPr lang="en-AU" dirty="0"/>
          </a:p>
        </p:txBody>
      </p:sp>
      <p:sp>
        <p:nvSpPr>
          <p:cNvPr id="8" name="Picture Placeholder 7">
            <a:extLst>
              <a:ext uri="{FF2B5EF4-FFF2-40B4-BE49-F238E27FC236}">
                <a16:creationId xmlns:a16="http://schemas.microsoft.com/office/drawing/2014/main" id="{73307DB3-CBE2-4A55-BE8E-C26CBADA0D74}"/>
              </a:ext>
            </a:extLst>
          </p:cNvPr>
          <p:cNvSpPr>
            <a:spLocks noGrp="1"/>
          </p:cNvSpPr>
          <p:nvPr>
            <p:ph type="pic" sz="quarter" idx="13"/>
          </p:nvPr>
        </p:nvSpPr>
        <p:spPr>
          <a:xfrm>
            <a:off x="323850" y="324000"/>
            <a:ext cx="4104000" cy="4104000"/>
          </a:xfrm>
        </p:spPr>
        <p:txBody>
          <a:bodyPr/>
          <a:lstStyle/>
          <a:p>
            <a:r>
              <a:rPr lang="en-US"/>
              <a:t>Click icon to add picture</a:t>
            </a:r>
            <a:endParaRPr lang="en-AU"/>
          </a:p>
        </p:txBody>
      </p:sp>
      <p:sp>
        <p:nvSpPr>
          <p:cNvPr id="9" name="Text Placeholder 15">
            <a:extLst>
              <a:ext uri="{FF2B5EF4-FFF2-40B4-BE49-F238E27FC236}">
                <a16:creationId xmlns:a16="http://schemas.microsoft.com/office/drawing/2014/main" id="{5CD301A0-52A4-469E-ACAD-84A14A2181F2}"/>
              </a:ext>
            </a:extLst>
          </p:cNvPr>
          <p:cNvSpPr>
            <a:spLocks noGrp="1"/>
          </p:cNvSpPr>
          <p:nvPr>
            <p:ph type="body" sz="quarter" idx="15" hasCustomPrompt="1"/>
          </p:nvPr>
        </p:nvSpPr>
        <p:spPr>
          <a:xfrm>
            <a:off x="180000" y="630621"/>
            <a:ext cx="108000" cy="3796917"/>
          </a:xfrm>
        </p:spPr>
        <p:txBody>
          <a:bodyPr vert="vert270" anchor="t"/>
          <a:lstStyle>
            <a:lvl1pPr>
              <a:defRPr sz="600">
                <a:solidFill>
                  <a:schemeClr val="tx1"/>
                </a:solidFill>
                <a:latin typeface="+mn-lt"/>
              </a:defRPr>
            </a:lvl1pPr>
          </a:lstStyle>
          <a:p>
            <a:pPr lvl="0"/>
            <a:r>
              <a:rPr lang="en-US" dirty="0"/>
              <a:t>Image credit here</a:t>
            </a:r>
          </a:p>
        </p:txBody>
      </p:sp>
      <p:sp>
        <p:nvSpPr>
          <p:cNvPr id="10" name="Picture Placeholder 7">
            <a:extLst>
              <a:ext uri="{FF2B5EF4-FFF2-40B4-BE49-F238E27FC236}">
                <a16:creationId xmlns:a16="http://schemas.microsoft.com/office/drawing/2014/main" id="{46B417A0-A601-4DF8-833D-2F1065E5A80D}"/>
              </a:ext>
            </a:extLst>
          </p:cNvPr>
          <p:cNvSpPr>
            <a:spLocks noGrp="1"/>
          </p:cNvSpPr>
          <p:nvPr>
            <p:ph type="pic" sz="quarter" idx="16"/>
          </p:nvPr>
        </p:nvSpPr>
        <p:spPr>
          <a:xfrm>
            <a:off x="4680000" y="324000"/>
            <a:ext cx="4104000" cy="4104000"/>
          </a:xfrm>
        </p:spPr>
        <p:txBody>
          <a:bodyPr/>
          <a:lstStyle/>
          <a:p>
            <a:r>
              <a:rPr lang="en-US"/>
              <a:t>Click icon to add picture</a:t>
            </a:r>
            <a:endParaRPr lang="en-AU"/>
          </a:p>
        </p:txBody>
      </p:sp>
      <p:sp>
        <p:nvSpPr>
          <p:cNvPr id="11" name="Text Placeholder 15">
            <a:extLst>
              <a:ext uri="{FF2B5EF4-FFF2-40B4-BE49-F238E27FC236}">
                <a16:creationId xmlns:a16="http://schemas.microsoft.com/office/drawing/2014/main" id="{C8112A07-2578-4C64-9E60-0E0913ABA16B}"/>
              </a:ext>
            </a:extLst>
          </p:cNvPr>
          <p:cNvSpPr>
            <a:spLocks noGrp="1"/>
          </p:cNvSpPr>
          <p:nvPr>
            <p:ph type="body" sz="quarter" idx="17" hasCustomPrompt="1"/>
          </p:nvPr>
        </p:nvSpPr>
        <p:spPr>
          <a:xfrm>
            <a:off x="4536000" y="630621"/>
            <a:ext cx="108000" cy="3796917"/>
          </a:xfrm>
        </p:spPr>
        <p:txBody>
          <a:bodyPr vert="vert270" anchor="t"/>
          <a:lstStyle>
            <a:lvl1pPr>
              <a:defRPr sz="600">
                <a:solidFill>
                  <a:schemeClr val="tx1"/>
                </a:solidFill>
                <a:latin typeface="+mn-lt"/>
              </a:defRPr>
            </a:lvl1pPr>
          </a:lstStyle>
          <a:p>
            <a:pPr lvl="0"/>
            <a:r>
              <a:rPr lang="en-US" dirty="0"/>
              <a:t>Image credit here</a:t>
            </a:r>
          </a:p>
        </p:txBody>
      </p:sp>
    </p:spTree>
    <p:extLst>
      <p:ext uri="{BB962C8B-B14F-4D97-AF65-F5344CB8AC3E}">
        <p14:creationId xmlns:p14="http://schemas.microsoft.com/office/powerpoint/2010/main" val="22489869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staggered images">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ANU SCHOOL OF LAW  |   PRESENTATION NAME GOES HERE</a:t>
            </a:r>
            <a:endParaRPr lang="en-AU"/>
          </a:p>
        </p:txBody>
      </p:sp>
      <p:sp>
        <p:nvSpPr>
          <p:cNvPr id="4" name="Slide Number Placeholder 3"/>
          <p:cNvSpPr>
            <a:spLocks noGrp="1"/>
          </p:cNvSpPr>
          <p:nvPr>
            <p:ph type="sldNum" sz="quarter" idx="12"/>
          </p:nvPr>
        </p:nvSpPr>
        <p:spPr/>
        <p:txBody>
          <a:bodyPr/>
          <a:lstStyle>
            <a:lvl1pPr algn="l">
              <a:defRPr/>
            </a:lvl1pPr>
          </a:lstStyle>
          <a:p>
            <a:fld id="{10A01DC5-1685-4615-8240-15192985C6A2}" type="slidenum">
              <a:rPr lang="en-AU" smtClean="0"/>
              <a:pPr/>
              <a:t>‹#›</a:t>
            </a:fld>
            <a:endParaRPr lang="en-AU" dirty="0"/>
          </a:p>
        </p:txBody>
      </p:sp>
      <p:sp>
        <p:nvSpPr>
          <p:cNvPr id="5" name="Date Placeholder 10">
            <a:extLst>
              <a:ext uri="{FF2B5EF4-FFF2-40B4-BE49-F238E27FC236}">
                <a16:creationId xmlns:a16="http://schemas.microsoft.com/office/drawing/2014/main" id="{17E45197-8F27-48C7-B54F-6D8F7E295482}"/>
              </a:ext>
            </a:extLst>
          </p:cNvPr>
          <p:cNvSpPr>
            <a:spLocks noGrp="1"/>
          </p:cNvSpPr>
          <p:nvPr>
            <p:ph type="dt" sz="half" idx="2"/>
          </p:nvPr>
        </p:nvSpPr>
        <p:spPr>
          <a:xfrm>
            <a:off x="6577767" y="4914000"/>
            <a:ext cx="720000" cy="108000"/>
          </a:xfrm>
          <a:prstGeom prst="rect">
            <a:avLst/>
          </a:prstGeom>
        </p:spPr>
        <p:txBody>
          <a:bodyPr vert="horz" lIns="0" tIns="0" rIns="0" bIns="0" rtlCol="0" anchor="ctr"/>
          <a:lstStyle>
            <a:lvl1pPr algn="l">
              <a:defRPr sz="600" cap="all" baseline="0">
                <a:solidFill>
                  <a:schemeClr val="tx1"/>
                </a:solidFill>
              </a:defRPr>
            </a:lvl1pPr>
          </a:lstStyle>
          <a:p>
            <a:r>
              <a:rPr lang="en-AU"/>
              <a:t>DD MMM YY</a:t>
            </a:r>
            <a:endParaRPr lang="en-AU" dirty="0"/>
          </a:p>
        </p:txBody>
      </p:sp>
      <p:sp>
        <p:nvSpPr>
          <p:cNvPr id="8" name="Picture Placeholder 7">
            <a:extLst>
              <a:ext uri="{FF2B5EF4-FFF2-40B4-BE49-F238E27FC236}">
                <a16:creationId xmlns:a16="http://schemas.microsoft.com/office/drawing/2014/main" id="{73307DB3-CBE2-4A55-BE8E-C26CBADA0D74}"/>
              </a:ext>
            </a:extLst>
          </p:cNvPr>
          <p:cNvSpPr>
            <a:spLocks noGrp="1"/>
          </p:cNvSpPr>
          <p:nvPr>
            <p:ph type="pic" sz="quarter" idx="13"/>
          </p:nvPr>
        </p:nvSpPr>
        <p:spPr>
          <a:xfrm>
            <a:off x="323850" y="324000"/>
            <a:ext cx="3528000" cy="4104000"/>
          </a:xfrm>
        </p:spPr>
        <p:txBody>
          <a:bodyPr/>
          <a:lstStyle/>
          <a:p>
            <a:r>
              <a:rPr lang="en-US"/>
              <a:t>Click icon to add picture</a:t>
            </a:r>
            <a:endParaRPr lang="en-AU"/>
          </a:p>
        </p:txBody>
      </p:sp>
      <p:sp>
        <p:nvSpPr>
          <p:cNvPr id="9" name="Text Placeholder 15">
            <a:extLst>
              <a:ext uri="{FF2B5EF4-FFF2-40B4-BE49-F238E27FC236}">
                <a16:creationId xmlns:a16="http://schemas.microsoft.com/office/drawing/2014/main" id="{5CD301A0-52A4-469E-ACAD-84A14A2181F2}"/>
              </a:ext>
            </a:extLst>
          </p:cNvPr>
          <p:cNvSpPr>
            <a:spLocks noGrp="1"/>
          </p:cNvSpPr>
          <p:nvPr>
            <p:ph type="body" sz="quarter" idx="15" hasCustomPrompt="1"/>
          </p:nvPr>
        </p:nvSpPr>
        <p:spPr>
          <a:xfrm>
            <a:off x="180000" y="630621"/>
            <a:ext cx="108000" cy="3796917"/>
          </a:xfrm>
        </p:spPr>
        <p:txBody>
          <a:bodyPr vert="vert270" anchor="t"/>
          <a:lstStyle>
            <a:lvl1pPr>
              <a:defRPr sz="600">
                <a:solidFill>
                  <a:schemeClr val="tx1"/>
                </a:solidFill>
                <a:latin typeface="+mn-lt"/>
              </a:defRPr>
            </a:lvl1pPr>
          </a:lstStyle>
          <a:p>
            <a:pPr lvl="0"/>
            <a:r>
              <a:rPr lang="en-US" dirty="0"/>
              <a:t>Image credit here</a:t>
            </a:r>
          </a:p>
        </p:txBody>
      </p:sp>
      <p:sp>
        <p:nvSpPr>
          <p:cNvPr id="10" name="Picture Placeholder 7">
            <a:extLst>
              <a:ext uri="{FF2B5EF4-FFF2-40B4-BE49-F238E27FC236}">
                <a16:creationId xmlns:a16="http://schemas.microsoft.com/office/drawing/2014/main" id="{46B417A0-A601-4DF8-833D-2F1065E5A80D}"/>
              </a:ext>
            </a:extLst>
          </p:cNvPr>
          <p:cNvSpPr>
            <a:spLocks noGrp="1"/>
          </p:cNvSpPr>
          <p:nvPr>
            <p:ph type="pic" sz="quarter" idx="16"/>
          </p:nvPr>
        </p:nvSpPr>
        <p:spPr>
          <a:xfrm>
            <a:off x="4572000" y="324000"/>
            <a:ext cx="3528000" cy="2304000"/>
          </a:xfrm>
        </p:spPr>
        <p:txBody>
          <a:bodyPr/>
          <a:lstStyle/>
          <a:p>
            <a:r>
              <a:rPr lang="en-US"/>
              <a:t>Click icon to add picture</a:t>
            </a:r>
            <a:endParaRPr lang="en-AU"/>
          </a:p>
        </p:txBody>
      </p:sp>
      <p:sp>
        <p:nvSpPr>
          <p:cNvPr id="11" name="Text Placeholder 15">
            <a:extLst>
              <a:ext uri="{FF2B5EF4-FFF2-40B4-BE49-F238E27FC236}">
                <a16:creationId xmlns:a16="http://schemas.microsoft.com/office/drawing/2014/main" id="{C8112A07-2578-4C64-9E60-0E0913ABA16B}"/>
              </a:ext>
            </a:extLst>
          </p:cNvPr>
          <p:cNvSpPr>
            <a:spLocks noGrp="1"/>
          </p:cNvSpPr>
          <p:nvPr>
            <p:ph type="body" sz="quarter" idx="17" hasCustomPrompt="1"/>
          </p:nvPr>
        </p:nvSpPr>
        <p:spPr>
          <a:xfrm>
            <a:off x="4428000" y="324000"/>
            <a:ext cx="108000" cy="2304000"/>
          </a:xfrm>
        </p:spPr>
        <p:txBody>
          <a:bodyPr vert="vert270" anchor="t"/>
          <a:lstStyle>
            <a:lvl1pPr>
              <a:defRPr sz="600">
                <a:solidFill>
                  <a:schemeClr val="tx1"/>
                </a:solidFill>
                <a:latin typeface="+mn-lt"/>
              </a:defRPr>
            </a:lvl1pPr>
          </a:lstStyle>
          <a:p>
            <a:pPr lvl="0"/>
            <a:r>
              <a:rPr lang="en-US" dirty="0"/>
              <a:t>Image credit here</a:t>
            </a:r>
          </a:p>
        </p:txBody>
      </p:sp>
      <p:sp>
        <p:nvSpPr>
          <p:cNvPr id="12" name="Picture Placeholder 7">
            <a:extLst>
              <a:ext uri="{FF2B5EF4-FFF2-40B4-BE49-F238E27FC236}">
                <a16:creationId xmlns:a16="http://schemas.microsoft.com/office/drawing/2014/main" id="{55C4169D-51A2-418E-95CB-AE67319994E9}"/>
              </a:ext>
            </a:extLst>
          </p:cNvPr>
          <p:cNvSpPr>
            <a:spLocks noGrp="1"/>
          </p:cNvSpPr>
          <p:nvPr>
            <p:ph type="pic" sz="quarter" idx="18"/>
          </p:nvPr>
        </p:nvSpPr>
        <p:spPr>
          <a:xfrm>
            <a:off x="6660000" y="2916000"/>
            <a:ext cx="2124000" cy="1476000"/>
          </a:xfrm>
        </p:spPr>
        <p:txBody>
          <a:bodyPr/>
          <a:lstStyle/>
          <a:p>
            <a:r>
              <a:rPr lang="en-US"/>
              <a:t>Click icon to add picture</a:t>
            </a:r>
            <a:endParaRPr lang="en-AU"/>
          </a:p>
        </p:txBody>
      </p:sp>
      <p:sp>
        <p:nvSpPr>
          <p:cNvPr id="13" name="Text Placeholder 15">
            <a:extLst>
              <a:ext uri="{FF2B5EF4-FFF2-40B4-BE49-F238E27FC236}">
                <a16:creationId xmlns:a16="http://schemas.microsoft.com/office/drawing/2014/main" id="{651BCC0A-46D4-42B0-987C-A33E38A571C3}"/>
              </a:ext>
            </a:extLst>
          </p:cNvPr>
          <p:cNvSpPr>
            <a:spLocks noGrp="1"/>
          </p:cNvSpPr>
          <p:nvPr>
            <p:ph type="body" sz="quarter" idx="19" hasCustomPrompt="1"/>
          </p:nvPr>
        </p:nvSpPr>
        <p:spPr>
          <a:xfrm>
            <a:off x="6523767" y="2916000"/>
            <a:ext cx="108000" cy="1476000"/>
          </a:xfrm>
        </p:spPr>
        <p:txBody>
          <a:bodyPr vert="vert270" anchor="t"/>
          <a:lstStyle>
            <a:lvl1pPr>
              <a:defRPr sz="600">
                <a:solidFill>
                  <a:schemeClr val="tx1"/>
                </a:solidFill>
                <a:latin typeface="+mn-lt"/>
              </a:defRPr>
            </a:lvl1pPr>
          </a:lstStyle>
          <a:p>
            <a:pPr lvl="0"/>
            <a:r>
              <a:rPr lang="en-US" dirty="0"/>
              <a:t>Image credit here</a:t>
            </a:r>
          </a:p>
        </p:txBody>
      </p:sp>
    </p:spTree>
    <p:extLst>
      <p:ext uri="{BB962C8B-B14F-4D97-AF65-F5344CB8AC3E}">
        <p14:creationId xmlns:p14="http://schemas.microsoft.com/office/powerpoint/2010/main" val="17925023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mage with quote">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1523145E-4A65-4D12-BF17-1E376D23E49C}"/>
              </a:ext>
            </a:extLst>
          </p:cNvPr>
          <p:cNvSpPr>
            <a:spLocks noGrp="1"/>
          </p:cNvSpPr>
          <p:nvPr>
            <p:ph type="body" sz="quarter" idx="13"/>
          </p:nvPr>
        </p:nvSpPr>
        <p:spPr>
          <a:xfrm>
            <a:off x="5472000" y="323999"/>
            <a:ext cx="3312000" cy="1980000"/>
          </a:xfrm>
        </p:spPr>
        <p:txBody>
          <a:bodyPr/>
          <a:lstStyle>
            <a:lvl1pPr>
              <a:lnSpc>
                <a:spcPct val="80000"/>
              </a:lnSpc>
              <a:defRPr sz="2000">
                <a:solidFill>
                  <a:schemeClr val="tx1"/>
                </a:solidFill>
              </a:defRPr>
            </a:lvl1pPr>
            <a:lvl2pPr>
              <a:defRPr sz="2000">
                <a:solidFill>
                  <a:schemeClr val="accent1"/>
                </a:solidFill>
              </a:defRPr>
            </a:lvl2pPr>
            <a:lvl3pPr>
              <a:buNone/>
              <a:defRPr/>
            </a:lvl3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a:t>ANU SCHOOL OF LAW  |   PRESENTATION NAME GOES HERE</a:t>
            </a:r>
            <a:endParaRPr lang="en-AU"/>
          </a:p>
        </p:txBody>
      </p:sp>
      <p:sp>
        <p:nvSpPr>
          <p:cNvPr id="6" name="Slide Number Placeholder 5"/>
          <p:cNvSpPr>
            <a:spLocks noGrp="1"/>
          </p:cNvSpPr>
          <p:nvPr>
            <p:ph type="sldNum" sz="quarter" idx="12"/>
          </p:nvPr>
        </p:nvSpPr>
        <p:spPr/>
        <p:txBody>
          <a:bodyPr/>
          <a:lstStyle>
            <a:lvl1pPr algn="l">
              <a:defRPr/>
            </a:lvl1pPr>
          </a:lstStyle>
          <a:p>
            <a:fld id="{10A01DC5-1685-4615-8240-15192985C6A2}" type="slidenum">
              <a:rPr lang="en-AU" smtClean="0"/>
              <a:pPr/>
              <a:t>‹#›</a:t>
            </a:fld>
            <a:endParaRPr lang="en-AU"/>
          </a:p>
        </p:txBody>
      </p:sp>
      <p:sp>
        <p:nvSpPr>
          <p:cNvPr id="7" name="Date Placeholder 10">
            <a:extLst>
              <a:ext uri="{FF2B5EF4-FFF2-40B4-BE49-F238E27FC236}">
                <a16:creationId xmlns:a16="http://schemas.microsoft.com/office/drawing/2014/main" id="{72E4F78E-88AE-49DC-94D5-AD2C60619063}"/>
              </a:ext>
            </a:extLst>
          </p:cNvPr>
          <p:cNvSpPr>
            <a:spLocks noGrp="1"/>
          </p:cNvSpPr>
          <p:nvPr>
            <p:ph type="dt" sz="half" idx="2"/>
          </p:nvPr>
        </p:nvSpPr>
        <p:spPr>
          <a:xfrm>
            <a:off x="6573176" y="4914000"/>
            <a:ext cx="720000" cy="108000"/>
          </a:xfrm>
          <a:prstGeom prst="rect">
            <a:avLst/>
          </a:prstGeom>
        </p:spPr>
        <p:txBody>
          <a:bodyPr vert="horz" lIns="0" tIns="0" rIns="0" bIns="0" rtlCol="0" anchor="ctr"/>
          <a:lstStyle>
            <a:lvl1pPr algn="l">
              <a:defRPr sz="600" cap="all" baseline="0">
                <a:solidFill>
                  <a:schemeClr val="tx1"/>
                </a:solidFill>
              </a:defRPr>
            </a:lvl1pPr>
          </a:lstStyle>
          <a:p>
            <a:r>
              <a:rPr lang="en-AU"/>
              <a:t>DD MMM YY</a:t>
            </a:r>
            <a:endParaRPr lang="en-AU" dirty="0"/>
          </a:p>
        </p:txBody>
      </p:sp>
      <p:sp>
        <p:nvSpPr>
          <p:cNvPr id="14" name="Picture Placeholder 13">
            <a:extLst>
              <a:ext uri="{FF2B5EF4-FFF2-40B4-BE49-F238E27FC236}">
                <a16:creationId xmlns:a16="http://schemas.microsoft.com/office/drawing/2014/main" id="{52B441EC-09C6-4B4A-9603-C02952057BC3}"/>
              </a:ext>
            </a:extLst>
          </p:cNvPr>
          <p:cNvSpPr>
            <a:spLocks noGrp="1"/>
          </p:cNvSpPr>
          <p:nvPr>
            <p:ph type="pic" sz="quarter" idx="14"/>
          </p:nvPr>
        </p:nvSpPr>
        <p:spPr>
          <a:xfrm>
            <a:off x="324000" y="323850"/>
            <a:ext cx="4104000" cy="4104000"/>
          </a:xfrm>
        </p:spPr>
        <p:txBody>
          <a:bodyPr/>
          <a:lstStyle/>
          <a:p>
            <a:r>
              <a:rPr lang="en-US"/>
              <a:t>Click icon to add picture</a:t>
            </a:r>
            <a:endParaRPr lang="en-AU"/>
          </a:p>
        </p:txBody>
      </p:sp>
      <p:sp>
        <p:nvSpPr>
          <p:cNvPr id="16" name="Text Placeholder 15">
            <a:extLst>
              <a:ext uri="{FF2B5EF4-FFF2-40B4-BE49-F238E27FC236}">
                <a16:creationId xmlns:a16="http://schemas.microsoft.com/office/drawing/2014/main" id="{FC4D845E-CFE4-4388-98CF-2B7CD087A960}"/>
              </a:ext>
            </a:extLst>
          </p:cNvPr>
          <p:cNvSpPr>
            <a:spLocks noGrp="1"/>
          </p:cNvSpPr>
          <p:nvPr>
            <p:ph type="body" sz="quarter" idx="15" hasCustomPrompt="1"/>
          </p:nvPr>
        </p:nvSpPr>
        <p:spPr>
          <a:xfrm>
            <a:off x="180000" y="630621"/>
            <a:ext cx="108000" cy="3796917"/>
          </a:xfrm>
        </p:spPr>
        <p:txBody>
          <a:bodyPr vert="vert270" anchor="t"/>
          <a:lstStyle>
            <a:lvl1pPr>
              <a:defRPr sz="600">
                <a:solidFill>
                  <a:schemeClr val="tx1"/>
                </a:solidFill>
                <a:latin typeface="+mn-lt"/>
              </a:defRPr>
            </a:lvl1pPr>
          </a:lstStyle>
          <a:p>
            <a:pPr lvl="0"/>
            <a:r>
              <a:rPr lang="en-US" dirty="0"/>
              <a:t>Image credit here</a:t>
            </a:r>
          </a:p>
        </p:txBody>
      </p:sp>
      <p:sp>
        <p:nvSpPr>
          <p:cNvPr id="4" name="Text Placeholder 3">
            <a:extLst>
              <a:ext uri="{FF2B5EF4-FFF2-40B4-BE49-F238E27FC236}">
                <a16:creationId xmlns:a16="http://schemas.microsoft.com/office/drawing/2014/main" id="{2718C956-62EE-4375-80BD-F88AA733C3D8}"/>
              </a:ext>
            </a:extLst>
          </p:cNvPr>
          <p:cNvSpPr>
            <a:spLocks noGrp="1"/>
          </p:cNvSpPr>
          <p:nvPr>
            <p:ph type="body" sz="quarter" idx="16"/>
          </p:nvPr>
        </p:nvSpPr>
        <p:spPr>
          <a:xfrm>
            <a:off x="5472000" y="3024000"/>
            <a:ext cx="3311525" cy="1511214"/>
          </a:xfrm>
        </p:spPr>
        <p:txBody>
          <a:bodyPr/>
          <a:lstStyle>
            <a:lvl1pPr>
              <a:spcAft>
                <a:spcPts val="0"/>
              </a:spcAft>
              <a:defRPr sz="900">
                <a:solidFill>
                  <a:schemeClr val="tx1"/>
                </a:solidFill>
              </a:defRPr>
            </a:lvl1pPr>
            <a:lvl2pPr>
              <a:spcAft>
                <a:spcPts val="0"/>
              </a:spcAft>
              <a:defRPr sz="900">
                <a:solidFill>
                  <a:schemeClr val="tx1"/>
                </a:solidFill>
              </a:defRPr>
            </a:lvl2pPr>
            <a:lvl3pPr>
              <a:defRPr sz="900"/>
            </a:lvl3pPr>
            <a:lvl4pPr>
              <a:defRPr sz="900"/>
            </a:lvl4pPr>
            <a:lvl5pPr>
              <a:defRPr sz="900"/>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2004508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Gold quote">
    <p:bg>
      <p:bgRef idx="1001">
        <a:schemeClr val="bg2"/>
      </p:bgRef>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1523145E-4A65-4D12-BF17-1E376D23E49C}"/>
              </a:ext>
            </a:extLst>
          </p:cNvPr>
          <p:cNvSpPr>
            <a:spLocks noGrp="1"/>
          </p:cNvSpPr>
          <p:nvPr>
            <p:ph type="body" sz="quarter" idx="13"/>
          </p:nvPr>
        </p:nvSpPr>
        <p:spPr>
          <a:xfrm>
            <a:off x="2664000" y="323999"/>
            <a:ext cx="4770000" cy="2880000"/>
          </a:xfrm>
        </p:spPr>
        <p:txBody>
          <a:bodyPr/>
          <a:lstStyle>
            <a:lvl1pPr>
              <a:lnSpc>
                <a:spcPct val="80000"/>
              </a:lnSpc>
              <a:defRPr sz="2800">
                <a:solidFill>
                  <a:schemeClr val="tx1"/>
                </a:solidFill>
              </a:defRPr>
            </a:lvl1pPr>
            <a:lvl2pPr>
              <a:defRPr sz="2000">
                <a:solidFill>
                  <a:schemeClr val="accent1"/>
                </a:solidFill>
              </a:defRPr>
            </a:lvl2pPr>
            <a:lvl3pPr>
              <a:buNone/>
              <a:defRPr/>
            </a:lvl3pPr>
          </a:lstStyle>
          <a:p>
            <a:pPr lvl="0"/>
            <a:r>
              <a:rPr lang="en-US"/>
              <a:t>Click to edit Master text styles</a:t>
            </a:r>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a:t>ANU SCHOOL OF LAW  |   PRESENTATION NAME GOES HERE</a:t>
            </a:r>
            <a:endParaRPr lang="en-AU"/>
          </a:p>
        </p:txBody>
      </p:sp>
      <p:sp>
        <p:nvSpPr>
          <p:cNvPr id="6" name="Slide Number Placeholder 5"/>
          <p:cNvSpPr>
            <a:spLocks noGrp="1"/>
          </p:cNvSpPr>
          <p:nvPr>
            <p:ph type="sldNum" sz="quarter" idx="12"/>
          </p:nvPr>
        </p:nvSpPr>
        <p:spPr/>
        <p:txBody>
          <a:bodyPr/>
          <a:lstStyle>
            <a:lvl1pPr algn="l">
              <a:defRPr>
                <a:solidFill>
                  <a:schemeClr val="tx1"/>
                </a:solidFill>
              </a:defRPr>
            </a:lvl1pPr>
          </a:lstStyle>
          <a:p>
            <a:fld id="{10A01DC5-1685-4615-8240-15192985C6A2}" type="slidenum">
              <a:rPr lang="en-AU" smtClean="0"/>
              <a:pPr/>
              <a:t>‹#›</a:t>
            </a:fld>
            <a:endParaRPr lang="en-AU"/>
          </a:p>
        </p:txBody>
      </p:sp>
      <p:sp>
        <p:nvSpPr>
          <p:cNvPr id="7" name="Date Placeholder 10">
            <a:extLst>
              <a:ext uri="{FF2B5EF4-FFF2-40B4-BE49-F238E27FC236}">
                <a16:creationId xmlns:a16="http://schemas.microsoft.com/office/drawing/2014/main" id="{72E4F78E-88AE-49DC-94D5-AD2C60619063}"/>
              </a:ext>
            </a:extLst>
          </p:cNvPr>
          <p:cNvSpPr>
            <a:spLocks noGrp="1"/>
          </p:cNvSpPr>
          <p:nvPr>
            <p:ph type="dt" sz="half" idx="2"/>
          </p:nvPr>
        </p:nvSpPr>
        <p:spPr>
          <a:xfrm>
            <a:off x="6579153" y="4914000"/>
            <a:ext cx="720000" cy="108000"/>
          </a:xfrm>
          <a:prstGeom prst="rect">
            <a:avLst/>
          </a:prstGeom>
        </p:spPr>
        <p:txBody>
          <a:bodyPr vert="horz" lIns="0" tIns="0" rIns="0" bIns="0" rtlCol="0" anchor="ctr"/>
          <a:lstStyle>
            <a:lvl1pPr algn="l">
              <a:defRPr sz="600" cap="all" baseline="0">
                <a:solidFill>
                  <a:schemeClr val="tx1"/>
                </a:solidFill>
              </a:defRPr>
            </a:lvl1pPr>
          </a:lstStyle>
          <a:p>
            <a:r>
              <a:rPr lang="en-AU"/>
              <a:t>DD MMM YY</a:t>
            </a:r>
            <a:endParaRPr lang="en-AU" dirty="0"/>
          </a:p>
        </p:txBody>
      </p:sp>
      <p:sp>
        <p:nvSpPr>
          <p:cNvPr id="4" name="Text Placeholder 3">
            <a:extLst>
              <a:ext uri="{FF2B5EF4-FFF2-40B4-BE49-F238E27FC236}">
                <a16:creationId xmlns:a16="http://schemas.microsoft.com/office/drawing/2014/main" id="{2718C956-62EE-4375-80BD-F88AA733C3D8}"/>
              </a:ext>
            </a:extLst>
          </p:cNvPr>
          <p:cNvSpPr>
            <a:spLocks noGrp="1"/>
          </p:cNvSpPr>
          <p:nvPr>
            <p:ph type="body" sz="quarter" idx="16"/>
          </p:nvPr>
        </p:nvSpPr>
        <p:spPr>
          <a:xfrm>
            <a:off x="2664000" y="3024000"/>
            <a:ext cx="3311525" cy="1511214"/>
          </a:xfrm>
        </p:spPr>
        <p:txBody>
          <a:bodyPr/>
          <a:lstStyle>
            <a:lvl1pPr>
              <a:spcAft>
                <a:spcPts val="0"/>
              </a:spcAft>
              <a:defRPr sz="900">
                <a:solidFill>
                  <a:schemeClr val="tx1"/>
                </a:solidFill>
              </a:defRPr>
            </a:lvl1pPr>
            <a:lvl2pPr>
              <a:spcAft>
                <a:spcPts val="0"/>
              </a:spcAft>
              <a:defRPr sz="900">
                <a:solidFill>
                  <a:schemeClr val="tx1"/>
                </a:solidFill>
              </a:defRPr>
            </a:lvl2pPr>
            <a:lvl3pPr>
              <a:defRPr sz="900"/>
            </a:lvl3pPr>
            <a:lvl4pPr>
              <a:defRPr sz="900"/>
            </a:lvl4pPr>
            <a:lvl5pPr>
              <a:defRPr sz="900"/>
            </a:lvl5pPr>
          </a:lstStyle>
          <a:p>
            <a:pPr lvl="0"/>
            <a:r>
              <a:rPr lang="en-US"/>
              <a:t>Click to edit Master text styles</a:t>
            </a:r>
          </a:p>
          <a:p>
            <a:pPr lvl="1"/>
            <a:r>
              <a:rPr lang="en-US"/>
              <a:t>Second level</a:t>
            </a:r>
          </a:p>
        </p:txBody>
      </p:sp>
      <p:pic>
        <p:nvPicPr>
          <p:cNvPr id="15" name="Picture 14">
            <a:extLst>
              <a:ext uri="{FF2B5EF4-FFF2-40B4-BE49-F238E27FC236}">
                <a16:creationId xmlns:a16="http://schemas.microsoft.com/office/drawing/2014/main" id="{5CCBDA75-3AB1-4C8B-B29D-537B8B1FAC6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690800"/>
            <a:ext cx="9144000" cy="256032"/>
          </a:xfrm>
          <a:prstGeom prst="rect">
            <a:avLst/>
          </a:prstGeom>
        </p:spPr>
      </p:pic>
    </p:spTree>
    <p:extLst>
      <p:ext uri="{BB962C8B-B14F-4D97-AF65-F5344CB8AC3E}">
        <p14:creationId xmlns:p14="http://schemas.microsoft.com/office/powerpoint/2010/main" val="208601199"/>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_quote">
    <p:bg>
      <p:bgRef idx="1001">
        <a:schemeClr val="bg2"/>
      </p:bgRef>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1523145E-4A65-4D12-BF17-1E376D23E49C}"/>
              </a:ext>
            </a:extLst>
          </p:cNvPr>
          <p:cNvSpPr>
            <a:spLocks noGrp="1"/>
          </p:cNvSpPr>
          <p:nvPr>
            <p:ph type="body" sz="quarter" idx="13"/>
          </p:nvPr>
        </p:nvSpPr>
        <p:spPr>
          <a:xfrm>
            <a:off x="540000" y="323999"/>
            <a:ext cx="4770000" cy="2880000"/>
          </a:xfrm>
        </p:spPr>
        <p:txBody>
          <a:bodyPr/>
          <a:lstStyle>
            <a:lvl1pPr>
              <a:lnSpc>
                <a:spcPct val="80000"/>
              </a:lnSpc>
              <a:defRPr sz="2800">
                <a:solidFill>
                  <a:schemeClr val="tx1"/>
                </a:solidFill>
              </a:defRPr>
            </a:lvl1pPr>
            <a:lvl2pPr>
              <a:defRPr sz="2000">
                <a:solidFill>
                  <a:schemeClr val="accent1"/>
                </a:solidFill>
              </a:defRPr>
            </a:lvl2pPr>
            <a:lvl3pPr>
              <a:buNone/>
              <a:defRPr/>
            </a:lvl3pPr>
          </a:lstStyle>
          <a:p>
            <a:pPr lvl="0"/>
            <a:r>
              <a:rPr lang="en-US"/>
              <a:t>Click to edit Master text styles</a:t>
            </a:r>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a:t>ANU SCHOOL OF LAW  |   PRESENTATION NAME GOES HERE</a:t>
            </a:r>
            <a:endParaRPr lang="en-AU"/>
          </a:p>
        </p:txBody>
      </p:sp>
      <p:sp>
        <p:nvSpPr>
          <p:cNvPr id="6" name="Slide Number Placeholder 5"/>
          <p:cNvSpPr>
            <a:spLocks noGrp="1"/>
          </p:cNvSpPr>
          <p:nvPr>
            <p:ph type="sldNum" sz="quarter" idx="12"/>
          </p:nvPr>
        </p:nvSpPr>
        <p:spPr/>
        <p:txBody>
          <a:bodyPr/>
          <a:lstStyle>
            <a:lvl1pPr algn="l">
              <a:defRPr>
                <a:solidFill>
                  <a:schemeClr val="tx1"/>
                </a:solidFill>
              </a:defRPr>
            </a:lvl1pPr>
          </a:lstStyle>
          <a:p>
            <a:fld id="{10A01DC5-1685-4615-8240-15192985C6A2}" type="slidenum">
              <a:rPr lang="en-AU" smtClean="0"/>
              <a:pPr/>
              <a:t>‹#›</a:t>
            </a:fld>
            <a:endParaRPr lang="en-AU"/>
          </a:p>
        </p:txBody>
      </p:sp>
      <p:sp>
        <p:nvSpPr>
          <p:cNvPr id="7" name="Date Placeholder 10">
            <a:extLst>
              <a:ext uri="{FF2B5EF4-FFF2-40B4-BE49-F238E27FC236}">
                <a16:creationId xmlns:a16="http://schemas.microsoft.com/office/drawing/2014/main" id="{72E4F78E-88AE-49DC-94D5-AD2C60619063}"/>
              </a:ext>
            </a:extLst>
          </p:cNvPr>
          <p:cNvSpPr>
            <a:spLocks noGrp="1"/>
          </p:cNvSpPr>
          <p:nvPr>
            <p:ph type="dt" sz="half" idx="2"/>
          </p:nvPr>
        </p:nvSpPr>
        <p:spPr>
          <a:xfrm>
            <a:off x="6585129" y="4914000"/>
            <a:ext cx="720000" cy="108000"/>
          </a:xfrm>
          <a:prstGeom prst="rect">
            <a:avLst/>
          </a:prstGeom>
        </p:spPr>
        <p:txBody>
          <a:bodyPr vert="horz" lIns="0" tIns="0" rIns="0" bIns="0" rtlCol="0" anchor="ctr"/>
          <a:lstStyle>
            <a:lvl1pPr algn="l">
              <a:defRPr sz="600" cap="all" baseline="0">
                <a:solidFill>
                  <a:schemeClr val="tx1"/>
                </a:solidFill>
              </a:defRPr>
            </a:lvl1pPr>
          </a:lstStyle>
          <a:p>
            <a:r>
              <a:rPr lang="en-AU"/>
              <a:t>DD MMM YY</a:t>
            </a:r>
            <a:endParaRPr lang="en-AU" dirty="0"/>
          </a:p>
        </p:txBody>
      </p:sp>
      <p:sp>
        <p:nvSpPr>
          <p:cNvPr id="4" name="Text Placeholder 3">
            <a:extLst>
              <a:ext uri="{FF2B5EF4-FFF2-40B4-BE49-F238E27FC236}">
                <a16:creationId xmlns:a16="http://schemas.microsoft.com/office/drawing/2014/main" id="{2718C956-62EE-4375-80BD-F88AA733C3D8}"/>
              </a:ext>
            </a:extLst>
          </p:cNvPr>
          <p:cNvSpPr>
            <a:spLocks noGrp="1"/>
          </p:cNvSpPr>
          <p:nvPr>
            <p:ph type="body" sz="quarter" idx="16"/>
          </p:nvPr>
        </p:nvSpPr>
        <p:spPr>
          <a:xfrm>
            <a:off x="540000" y="3024000"/>
            <a:ext cx="3311525" cy="1511214"/>
          </a:xfrm>
        </p:spPr>
        <p:txBody>
          <a:bodyPr/>
          <a:lstStyle>
            <a:lvl1pPr>
              <a:spcAft>
                <a:spcPts val="0"/>
              </a:spcAft>
              <a:defRPr sz="900">
                <a:solidFill>
                  <a:schemeClr val="tx1"/>
                </a:solidFill>
              </a:defRPr>
            </a:lvl1pPr>
            <a:lvl2pPr>
              <a:spcAft>
                <a:spcPts val="0"/>
              </a:spcAft>
              <a:defRPr sz="900">
                <a:solidFill>
                  <a:schemeClr val="tx1"/>
                </a:solidFill>
              </a:defRPr>
            </a:lvl2pPr>
            <a:lvl3pPr>
              <a:defRPr sz="900"/>
            </a:lvl3pPr>
            <a:lvl4pPr>
              <a:defRPr sz="900"/>
            </a:lvl4pPr>
            <a:lvl5pPr>
              <a:defRPr sz="900"/>
            </a:lvl5pPr>
          </a:lstStyle>
          <a:p>
            <a:pPr lvl="0"/>
            <a:r>
              <a:rPr lang="en-US"/>
              <a:t>Click to edit Master text styles</a:t>
            </a:r>
          </a:p>
          <a:p>
            <a:pPr lvl="1"/>
            <a:r>
              <a:rPr lang="en-US"/>
              <a:t>Second level</a:t>
            </a:r>
          </a:p>
        </p:txBody>
      </p:sp>
      <p:sp>
        <p:nvSpPr>
          <p:cNvPr id="9" name="Footer Placeholder 4">
            <a:extLst>
              <a:ext uri="{FF2B5EF4-FFF2-40B4-BE49-F238E27FC236}">
                <a16:creationId xmlns:a16="http://schemas.microsoft.com/office/drawing/2014/main" id="{D49A01F5-92DF-1D48-B3C0-D8F1FC50B6AB}"/>
              </a:ext>
            </a:extLst>
          </p:cNvPr>
          <p:cNvSpPr txBox="1">
            <a:spLocks/>
          </p:cNvSpPr>
          <p:nvPr userDrawn="1"/>
        </p:nvSpPr>
        <p:spPr>
          <a:xfrm>
            <a:off x="7380000" y="5054290"/>
            <a:ext cx="1035570" cy="89210"/>
          </a:xfrm>
          <a:prstGeom prst="rect">
            <a:avLst/>
          </a:prstGeom>
        </p:spPr>
        <p:txBody>
          <a:bodyPr vert="horz" lIns="0" tIns="0" rIns="0" bIns="0" rtlCol="0" anchor="t"/>
          <a:lstStyle>
            <a:defPPr>
              <a:defRPr lang="en-US"/>
            </a:defPPr>
            <a:lvl1pPr marL="0" algn="l" defTabSz="457200" rtl="0" eaLnBrk="1" latinLnBrk="0" hangingPunct="1">
              <a:defRPr sz="600" kern="1200" cap="all" baseline="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500" dirty="0">
                <a:solidFill>
                  <a:schemeClr val="tx2">
                    <a:lumMod val="75000"/>
                  </a:schemeClr>
                </a:solidFill>
              </a:rPr>
              <a:t>CRICOS Provider #00120C</a:t>
            </a:r>
            <a:endParaRPr lang="en-AU" sz="500" dirty="0">
              <a:solidFill>
                <a:schemeClr val="tx2">
                  <a:lumMod val="75000"/>
                </a:schemeClr>
              </a:solidFill>
            </a:endParaRPr>
          </a:p>
        </p:txBody>
      </p:sp>
    </p:spTree>
    <p:extLst>
      <p:ext uri="{BB962C8B-B14F-4D97-AF65-F5344CB8AC3E}">
        <p14:creationId xmlns:p14="http://schemas.microsoft.com/office/powerpoint/2010/main" val="182373611"/>
      </p:ext>
    </p:extLst>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24000" y="1260000"/>
            <a:ext cx="3960000" cy="324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24000" y="1260000"/>
            <a:ext cx="3960000" cy="324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lstStyle/>
          <a:p>
            <a:r>
              <a:rPr lang="en-US"/>
              <a:t>ANU SCHOOL OF LAW  |   PRESENTATION NAME GOES HERE</a:t>
            </a:r>
            <a:endParaRPr lang="en-AU"/>
          </a:p>
        </p:txBody>
      </p:sp>
      <p:sp>
        <p:nvSpPr>
          <p:cNvPr id="7" name="Slide Number Placeholder 6"/>
          <p:cNvSpPr>
            <a:spLocks noGrp="1"/>
          </p:cNvSpPr>
          <p:nvPr>
            <p:ph type="sldNum" sz="quarter" idx="12"/>
          </p:nvPr>
        </p:nvSpPr>
        <p:spPr/>
        <p:txBody>
          <a:bodyPr/>
          <a:lstStyle>
            <a:lvl1pPr algn="l">
              <a:defRPr/>
            </a:lvl1pPr>
          </a:lstStyle>
          <a:p>
            <a:fld id="{10A01DC5-1685-4615-8240-15192985C6A2}" type="slidenum">
              <a:rPr lang="en-AU" smtClean="0"/>
              <a:pPr/>
              <a:t>‹#›</a:t>
            </a:fld>
            <a:endParaRPr lang="en-AU" dirty="0"/>
          </a:p>
        </p:txBody>
      </p:sp>
      <p:sp>
        <p:nvSpPr>
          <p:cNvPr id="8" name="Date Placeholder 10">
            <a:extLst>
              <a:ext uri="{FF2B5EF4-FFF2-40B4-BE49-F238E27FC236}">
                <a16:creationId xmlns:a16="http://schemas.microsoft.com/office/drawing/2014/main" id="{CA85DCDF-C5A3-43A1-9E40-308CB7A5F96D}"/>
              </a:ext>
            </a:extLst>
          </p:cNvPr>
          <p:cNvSpPr>
            <a:spLocks noGrp="1"/>
          </p:cNvSpPr>
          <p:nvPr>
            <p:ph type="dt" sz="half" idx="13"/>
          </p:nvPr>
        </p:nvSpPr>
        <p:spPr>
          <a:xfrm>
            <a:off x="6579153" y="4914000"/>
            <a:ext cx="720000" cy="108000"/>
          </a:xfrm>
          <a:prstGeom prst="rect">
            <a:avLst/>
          </a:prstGeom>
        </p:spPr>
        <p:txBody>
          <a:bodyPr vert="horz" lIns="0" tIns="0" rIns="0" bIns="0" rtlCol="0" anchor="ctr"/>
          <a:lstStyle>
            <a:lvl1pPr algn="l">
              <a:defRPr sz="600" cap="all" baseline="0">
                <a:solidFill>
                  <a:schemeClr val="tx1"/>
                </a:solidFill>
              </a:defRPr>
            </a:lvl1pPr>
          </a:lstStyle>
          <a:p>
            <a:r>
              <a:rPr lang="en-AU" dirty="0"/>
              <a:t>DD MMM YY</a:t>
            </a:r>
          </a:p>
        </p:txBody>
      </p:sp>
      <p:sp>
        <p:nvSpPr>
          <p:cNvPr id="11" name="Text Placeholder 7">
            <a:extLst>
              <a:ext uri="{FF2B5EF4-FFF2-40B4-BE49-F238E27FC236}">
                <a16:creationId xmlns:a16="http://schemas.microsoft.com/office/drawing/2014/main" id="{0CF810F9-EC51-4622-9468-3349A7AFA499}"/>
              </a:ext>
            </a:extLst>
          </p:cNvPr>
          <p:cNvSpPr>
            <a:spLocks noGrp="1"/>
          </p:cNvSpPr>
          <p:nvPr>
            <p:ph type="body" sz="quarter" idx="14"/>
          </p:nvPr>
        </p:nvSpPr>
        <p:spPr>
          <a:xfrm>
            <a:off x="323850" y="324001"/>
            <a:ext cx="8459788" cy="936000"/>
          </a:xfrm>
        </p:spPr>
        <p:txBody>
          <a:bodyPr/>
          <a:lstStyle>
            <a:lvl1pPr>
              <a:lnSpc>
                <a:spcPct val="80000"/>
              </a:lnSpc>
              <a:defRPr sz="3600">
                <a:solidFill>
                  <a:schemeClr val="accent1"/>
                </a:solidFill>
              </a:defRPr>
            </a:lvl1pPr>
            <a:lvl2pPr>
              <a:defRPr sz="1800"/>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0163793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24000" y="1260872"/>
            <a:ext cx="3960000" cy="540000"/>
          </a:xfrm>
        </p:spPr>
        <p:txBody>
          <a:bodyPr anchor="ctr">
            <a:normAutofit/>
          </a:bodyPr>
          <a:lstStyle>
            <a:lvl1pPr marL="0" indent="0">
              <a:buNone/>
              <a:defRPr sz="14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324000" y="1800000"/>
            <a:ext cx="3960000" cy="2700000"/>
          </a:xfrm>
        </p:spPr>
        <p:txBody>
          <a:bodyPr>
            <a:normAutofit/>
          </a:bodyPr>
          <a:lstStyle>
            <a:lvl1pPr>
              <a:defRPr sz="1200"/>
            </a:lvl1pPr>
            <a:lvl2pPr>
              <a:defRPr sz="11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24000" y="1260872"/>
            <a:ext cx="3960000" cy="540000"/>
          </a:xfrm>
        </p:spPr>
        <p:txBody>
          <a:bodyPr anchor="ctr">
            <a:normAutofit/>
          </a:bodyPr>
          <a:lstStyle>
            <a:lvl1pPr marL="0" indent="0">
              <a:buNone/>
              <a:defRPr sz="14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24000" y="1800000"/>
            <a:ext cx="3960000" cy="2700000"/>
          </a:xfrm>
        </p:spPr>
        <p:txBody>
          <a:bodyPr>
            <a:normAutofit/>
          </a:bodyPr>
          <a:lstStyle>
            <a:lvl1pPr>
              <a:defRPr sz="1200"/>
            </a:lvl1pPr>
            <a:lvl2pPr>
              <a:defRPr sz="11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r>
              <a:rPr lang="en-US"/>
              <a:t>ANU SCHOOL OF LAW  |   PRESENTATION NAME GOES HERE</a:t>
            </a:r>
            <a:endParaRPr lang="en-AU"/>
          </a:p>
        </p:txBody>
      </p:sp>
      <p:sp>
        <p:nvSpPr>
          <p:cNvPr id="9" name="Slide Number Placeholder 8"/>
          <p:cNvSpPr>
            <a:spLocks noGrp="1"/>
          </p:cNvSpPr>
          <p:nvPr>
            <p:ph type="sldNum" sz="quarter" idx="12"/>
          </p:nvPr>
        </p:nvSpPr>
        <p:spPr/>
        <p:txBody>
          <a:bodyPr/>
          <a:lstStyle>
            <a:lvl1pPr algn="l">
              <a:defRPr/>
            </a:lvl1pPr>
          </a:lstStyle>
          <a:p>
            <a:fld id="{10A01DC5-1685-4615-8240-15192985C6A2}" type="slidenum">
              <a:rPr lang="en-AU" smtClean="0"/>
              <a:pPr/>
              <a:t>‹#›</a:t>
            </a:fld>
            <a:endParaRPr lang="en-AU"/>
          </a:p>
        </p:txBody>
      </p:sp>
      <p:sp>
        <p:nvSpPr>
          <p:cNvPr id="11" name="Date Placeholder 10">
            <a:extLst>
              <a:ext uri="{FF2B5EF4-FFF2-40B4-BE49-F238E27FC236}">
                <a16:creationId xmlns:a16="http://schemas.microsoft.com/office/drawing/2014/main" id="{314F034C-2451-4BE6-BB2F-13B71E82B300}"/>
              </a:ext>
            </a:extLst>
          </p:cNvPr>
          <p:cNvSpPr>
            <a:spLocks noGrp="1"/>
          </p:cNvSpPr>
          <p:nvPr>
            <p:ph type="dt" sz="half" idx="13"/>
          </p:nvPr>
        </p:nvSpPr>
        <p:spPr>
          <a:xfrm>
            <a:off x="6573176" y="4914000"/>
            <a:ext cx="720000" cy="108000"/>
          </a:xfrm>
          <a:prstGeom prst="rect">
            <a:avLst/>
          </a:prstGeom>
        </p:spPr>
        <p:txBody>
          <a:bodyPr vert="horz" lIns="0" tIns="0" rIns="0" bIns="0" rtlCol="0" anchor="ctr"/>
          <a:lstStyle>
            <a:lvl1pPr algn="l">
              <a:defRPr sz="600" cap="all" baseline="0">
                <a:solidFill>
                  <a:schemeClr val="tx1"/>
                </a:solidFill>
              </a:defRPr>
            </a:lvl1pPr>
          </a:lstStyle>
          <a:p>
            <a:r>
              <a:rPr lang="en-AU"/>
              <a:t>DD MMM YY</a:t>
            </a:r>
            <a:endParaRPr lang="en-AU" dirty="0"/>
          </a:p>
        </p:txBody>
      </p:sp>
      <p:sp>
        <p:nvSpPr>
          <p:cNvPr id="14" name="Text Placeholder 7">
            <a:extLst>
              <a:ext uri="{FF2B5EF4-FFF2-40B4-BE49-F238E27FC236}">
                <a16:creationId xmlns:a16="http://schemas.microsoft.com/office/drawing/2014/main" id="{8FFA563F-7AE3-402E-9587-9C3CED7B3A93}"/>
              </a:ext>
            </a:extLst>
          </p:cNvPr>
          <p:cNvSpPr>
            <a:spLocks noGrp="1"/>
          </p:cNvSpPr>
          <p:nvPr>
            <p:ph type="body" sz="quarter" idx="14"/>
          </p:nvPr>
        </p:nvSpPr>
        <p:spPr>
          <a:xfrm>
            <a:off x="323850" y="324001"/>
            <a:ext cx="8459788" cy="936872"/>
          </a:xfrm>
        </p:spPr>
        <p:txBody>
          <a:bodyPr/>
          <a:lstStyle>
            <a:lvl1pPr>
              <a:lnSpc>
                <a:spcPct val="80000"/>
              </a:lnSpc>
              <a:defRPr sz="3600">
                <a:solidFill>
                  <a:schemeClr val="accent1"/>
                </a:solidFill>
              </a:defRPr>
            </a:lvl1pPr>
            <a:lvl2pPr>
              <a:defRPr sz="1800"/>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9659563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ANU SCHOOL OF LAW  |   PRESENTATION NAME GOES HERE</a:t>
            </a:r>
            <a:endParaRPr lang="en-AU"/>
          </a:p>
        </p:txBody>
      </p:sp>
      <p:sp>
        <p:nvSpPr>
          <p:cNvPr id="5" name="Slide Number Placeholder 4"/>
          <p:cNvSpPr>
            <a:spLocks noGrp="1"/>
          </p:cNvSpPr>
          <p:nvPr>
            <p:ph type="sldNum" sz="quarter" idx="12"/>
          </p:nvPr>
        </p:nvSpPr>
        <p:spPr/>
        <p:txBody>
          <a:bodyPr/>
          <a:lstStyle>
            <a:lvl1pPr algn="l">
              <a:defRPr/>
            </a:lvl1pPr>
          </a:lstStyle>
          <a:p>
            <a:fld id="{10A01DC5-1685-4615-8240-15192985C6A2}" type="slidenum">
              <a:rPr lang="en-AU" smtClean="0"/>
              <a:pPr/>
              <a:t>‹#›</a:t>
            </a:fld>
            <a:endParaRPr lang="en-AU"/>
          </a:p>
        </p:txBody>
      </p:sp>
      <p:sp>
        <p:nvSpPr>
          <p:cNvPr id="6" name="Date Placeholder 10">
            <a:extLst>
              <a:ext uri="{FF2B5EF4-FFF2-40B4-BE49-F238E27FC236}">
                <a16:creationId xmlns:a16="http://schemas.microsoft.com/office/drawing/2014/main" id="{8CE9A8DC-B386-48E5-A2B7-FF03052B9392}"/>
              </a:ext>
            </a:extLst>
          </p:cNvPr>
          <p:cNvSpPr>
            <a:spLocks noGrp="1"/>
          </p:cNvSpPr>
          <p:nvPr>
            <p:ph type="dt" sz="half" idx="2"/>
          </p:nvPr>
        </p:nvSpPr>
        <p:spPr>
          <a:xfrm>
            <a:off x="6573176" y="4914000"/>
            <a:ext cx="720000" cy="108000"/>
          </a:xfrm>
          <a:prstGeom prst="rect">
            <a:avLst/>
          </a:prstGeom>
        </p:spPr>
        <p:txBody>
          <a:bodyPr vert="horz" lIns="0" tIns="0" rIns="0" bIns="0" rtlCol="0" anchor="ctr"/>
          <a:lstStyle>
            <a:lvl1pPr algn="l">
              <a:defRPr sz="600" cap="all" baseline="0">
                <a:solidFill>
                  <a:schemeClr val="tx1"/>
                </a:solidFill>
              </a:defRPr>
            </a:lvl1pPr>
          </a:lstStyle>
          <a:p>
            <a:r>
              <a:rPr lang="en-AU"/>
              <a:t>DD MMM YY</a:t>
            </a:r>
            <a:endParaRPr lang="en-AU" dirty="0"/>
          </a:p>
        </p:txBody>
      </p:sp>
      <p:sp>
        <p:nvSpPr>
          <p:cNvPr id="9" name="Text Placeholder 7">
            <a:extLst>
              <a:ext uri="{FF2B5EF4-FFF2-40B4-BE49-F238E27FC236}">
                <a16:creationId xmlns:a16="http://schemas.microsoft.com/office/drawing/2014/main" id="{F515565A-8448-45B8-888E-3D8DE57354CA}"/>
              </a:ext>
            </a:extLst>
          </p:cNvPr>
          <p:cNvSpPr>
            <a:spLocks noGrp="1"/>
          </p:cNvSpPr>
          <p:nvPr>
            <p:ph type="body" sz="quarter" idx="13"/>
          </p:nvPr>
        </p:nvSpPr>
        <p:spPr>
          <a:xfrm>
            <a:off x="323850" y="324000"/>
            <a:ext cx="8459788" cy="1512887"/>
          </a:xfrm>
        </p:spPr>
        <p:txBody>
          <a:bodyPr/>
          <a:lstStyle>
            <a:lvl1pPr>
              <a:lnSpc>
                <a:spcPct val="80000"/>
              </a:lnSpc>
              <a:defRPr sz="3600">
                <a:solidFill>
                  <a:schemeClr val="accent1"/>
                </a:solidFill>
              </a:defRPr>
            </a:lvl1pPr>
            <a:lvl2pPr>
              <a:defRPr sz="1800"/>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9668512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lvl1pPr>
              <a:defRPr>
                <a:solidFill>
                  <a:schemeClr val="tx1"/>
                </a:solidFill>
              </a:defRPr>
            </a:lvl1pPr>
          </a:lstStyle>
          <a:p>
            <a:r>
              <a:rPr lang="en-US"/>
              <a:t>ANU SCHOOL OF LAW  |   PRESENTATION NAME GOES HERE</a:t>
            </a:r>
            <a:endParaRPr lang="en-AU"/>
          </a:p>
        </p:txBody>
      </p:sp>
      <p:sp>
        <p:nvSpPr>
          <p:cNvPr id="4" name="Slide Number Placeholder 3"/>
          <p:cNvSpPr>
            <a:spLocks noGrp="1"/>
          </p:cNvSpPr>
          <p:nvPr>
            <p:ph type="sldNum" sz="quarter" idx="12"/>
          </p:nvPr>
        </p:nvSpPr>
        <p:spPr/>
        <p:txBody>
          <a:bodyPr/>
          <a:lstStyle>
            <a:lvl1pPr algn="l">
              <a:defRPr>
                <a:solidFill>
                  <a:schemeClr val="tx1"/>
                </a:solidFill>
              </a:defRPr>
            </a:lvl1pPr>
          </a:lstStyle>
          <a:p>
            <a:fld id="{10A01DC5-1685-4615-8240-15192985C6A2}" type="slidenum">
              <a:rPr lang="en-AU" smtClean="0"/>
              <a:pPr/>
              <a:t>‹#›</a:t>
            </a:fld>
            <a:endParaRPr lang="en-AU" dirty="0"/>
          </a:p>
        </p:txBody>
      </p:sp>
      <p:sp>
        <p:nvSpPr>
          <p:cNvPr id="5" name="Date Placeholder 10">
            <a:extLst>
              <a:ext uri="{FF2B5EF4-FFF2-40B4-BE49-F238E27FC236}">
                <a16:creationId xmlns:a16="http://schemas.microsoft.com/office/drawing/2014/main" id="{17E45197-8F27-48C7-B54F-6D8F7E295482}"/>
              </a:ext>
            </a:extLst>
          </p:cNvPr>
          <p:cNvSpPr>
            <a:spLocks noGrp="1"/>
          </p:cNvSpPr>
          <p:nvPr>
            <p:ph type="dt" sz="half" idx="2"/>
          </p:nvPr>
        </p:nvSpPr>
        <p:spPr>
          <a:xfrm>
            <a:off x="6585130" y="4914000"/>
            <a:ext cx="720000" cy="108000"/>
          </a:xfrm>
          <a:prstGeom prst="rect">
            <a:avLst/>
          </a:prstGeom>
        </p:spPr>
        <p:txBody>
          <a:bodyPr vert="horz" lIns="0" tIns="0" rIns="0" bIns="0" rtlCol="0" anchor="ctr"/>
          <a:lstStyle>
            <a:lvl1pPr algn="l">
              <a:defRPr sz="600" cap="all" baseline="0">
                <a:solidFill>
                  <a:schemeClr val="tx1"/>
                </a:solidFill>
              </a:defRPr>
            </a:lvl1pPr>
          </a:lstStyle>
          <a:p>
            <a:r>
              <a:rPr lang="en-AU"/>
              <a:t>DD MMM YY</a:t>
            </a:r>
            <a:endParaRPr lang="en-AU" dirty="0"/>
          </a:p>
        </p:txBody>
      </p:sp>
    </p:spTree>
    <p:extLst>
      <p:ext uri="{BB962C8B-B14F-4D97-AF65-F5344CB8AC3E}">
        <p14:creationId xmlns:p14="http://schemas.microsoft.com/office/powerpoint/2010/main" val="303970232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hank you">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3A6D05FB-9E00-4E05-8A11-8AC6AA5F17EF}"/>
              </a:ext>
            </a:extLst>
          </p:cNvPr>
          <p:cNvSpPr>
            <a:spLocks noGrp="1"/>
          </p:cNvSpPr>
          <p:nvPr>
            <p:ph type="body" sz="quarter" idx="13"/>
          </p:nvPr>
        </p:nvSpPr>
        <p:spPr>
          <a:xfrm>
            <a:off x="3131999" y="373063"/>
            <a:ext cx="5612607" cy="1702730"/>
          </a:xfrm>
        </p:spPr>
        <p:txBody>
          <a:bodyPr/>
          <a:lstStyle>
            <a:lvl1pPr>
              <a:lnSpc>
                <a:spcPct val="80000"/>
              </a:lnSpc>
              <a:spcBef>
                <a:spcPts val="0"/>
              </a:spcBef>
              <a:spcAft>
                <a:spcPts val="2835"/>
              </a:spcAft>
              <a:defRPr sz="6400" cap="all" baseline="0">
                <a:solidFill>
                  <a:schemeClr val="tx1"/>
                </a:solidFill>
              </a:defRPr>
            </a:lvl1pPr>
            <a:lvl2pPr>
              <a:lnSpc>
                <a:spcPct val="80000"/>
              </a:lnSpc>
              <a:defRPr sz="1800">
                <a:solidFill>
                  <a:schemeClr val="tx1"/>
                </a:solidFill>
              </a:defRPr>
            </a:lvl2pPr>
          </a:lstStyle>
          <a:p>
            <a:pPr lvl="0"/>
            <a:r>
              <a:rPr lang="en-US"/>
              <a:t>Click to edit Master text styles</a:t>
            </a:r>
          </a:p>
        </p:txBody>
      </p:sp>
      <p:sp>
        <p:nvSpPr>
          <p:cNvPr id="5" name="Text Placeholder 4">
            <a:extLst>
              <a:ext uri="{FF2B5EF4-FFF2-40B4-BE49-F238E27FC236}">
                <a16:creationId xmlns:a16="http://schemas.microsoft.com/office/drawing/2014/main" id="{B57B2C6D-31F3-4B5D-8AEA-D378B3F6B193}"/>
              </a:ext>
            </a:extLst>
          </p:cNvPr>
          <p:cNvSpPr>
            <a:spLocks noGrp="1"/>
          </p:cNvSpPr>
          <p:nvPr>
            <p:ph type="body" sz="quarter" idx="14"/>
          </p:nvPr>
        </p:nvSpPr>
        <p:spPr>
          <a:xfrm>
            <a:off x="3132138" y="1260000"/>
            <a:ext cx="5611812" cy="2921000"/>
          </a:xfrm>
        </p:spPr>
        <p:txBody>
          <a:bodyPr/>
          <a:lstStyle>
            <a:lvl1pPr>
              <a:spcAft>
                <a:spcPts val="2835"/>
              </a:spcAft>
              <a:defRPr sz="1800"/>
            </a:lvl1pPr>
            <a:lvl2pPr>
              <a:spcAft>
                <a:spcPts val="0"/>
              </a:spcAft>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p:txBody>
      </p:sp>
      <p:pic>
        <p:nvPicPr>
          <p:cNvPr id="6" name="Picture 5">
            <a:extLst>
              <a:ext uri="{FF2B5EF4-FFF2-40B4-BE49-F238E27FC236}">
                <a16:creationId xmlns:a16="http://schemas.microsoft.com/office/drawing/2014/main" id="{CAEE533D-B90B-4984-80AF-6A213C6C34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3536" y="0"/>
            <a:ext cx="1736846" cy="5143500"/>
          </a:xfrm>
          <a:prstGeom prst="rect">
            <a:avLst/>
          </a:prstGeom>
        </p:spPr>
      </p:pic>
      <p:sp>
        <p:nvSpPr>
          <p:cNvPr id="7" name="Footer Placeholder 4">
            <a:extLst>
              <a:ext uri="{FF2B5EF4-FFF2-40B4-BE49-F238E27FC236}">
                <a16:creationId xmlns:a16="http://schemas.microsoft.com/office/drawing/2014/main" id="{BC1CA678-19D7-8442-96F0-22E27EFC3DED}"/>
              </a:ext>
            </a:extLst>
          </p:cNvPr>
          <p:cNvSpPr txBox="1">
            <a:spLocks/>
          </p:cNvSpPr>
          <p:nvPr userDrawn="1"/>
        </p:nvSpPr>
        <p:spPr>
          <a:xfrm>
            <a:off x="1397212" y="5054290"/>
            <a:ext cx="2618976" cy="89210"/>
          </a:xfrm>
          <a:prstGeom prst="rect">
            <a:avLst/>
          </a:prstGeom>
        </p:spPr>
        <p:txBody>
          <a:bodyPr vert="horz" lIns="0" tIns="0" rIns="0" bIns="0" rtlCol="0" anchor="t"/>
          <a:lstStyle>
            <a:defPPr>
              <a:defRPr lang="en-US"/>
            </a:defPPr>
            <a:lvl1pPr marL="0" algn="l" defTabSz="457200" rtl="0" eaLnBrk="1" latinLnBrk="0" hangingPunct="1">
              <a:defRPr sz="600" kern="1200" cap="all" baseline="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Bef>
                <a:spcPts val="200"/>
              </a:spcBef>
            </a:pPr>
            <a:r>
              <a:rPr lang="en-US" sz="400" dirty="0">
                <a:solidFill>
                  <a:schemeClr val="tx1">
                    <a:lumMod val="75000"/>
                  </a:schemeClr>
                </a:solidFill>
                <a:effectLst/>
                <a:latin typeface="Public Sans Light" pitchFamily="2" charset="77"/>
                <a:ea typeface="Times New Roman" panose="02020603050405020304" pitchFamily="18" charset="0"/>
                <a:cs typeface="Times New Roman" panose="02020603050405020304" pitchFamily="18" charset="0"/>
              </a:rPr>
              <a:t>TEQSA Provider ID: PRV12002 (Australian University)</a:t>
            </a:r>
            <a:r>
              <a:rPr lang="en-AU" sz="400" dirty="0">
                <a:solidFill>
                  <a:schemeClr val="tx1">
                    <a:lumMod val="75000"/>
                  </a:schemeClr>
                </a:solidFill>
                <a:effectLst/>
                <a:latin typeface="Public Sans Light" pitchFamily="2" charset="77"/>
                <a:ea typeface="Times New Roman" panose="02020603050405020304" pitchFamily="18" charset="0"/>
                <a:cs typeface="Times New Roman" panose="02020603050405020304" pitchFamily="18" charset="0"/>
              </a:rPr>
              <a:t> | </a:t>
            </a:r>
            <a:r>
              <a:rPr lang="en-US" sz="400" dirty="0">
                <a:solidFill>
                  <a:schemeClr val="tx1">
                    <a:lumMod val="75000"/>
                  </a:schemeClr>
                </a:solidFill>
                <a:effectLst/>
                <a:latin typeface="Public Sans Light" pitchFamily="2" charset="77"/>
                <a:ea typeface="Times New Roman" panose="02020603050405020304" pitchFamily="18" charset="0"/>
                <a:cs typeface="Times New Roman" panose="02020603050405020304" pitchFamily="18" charset="0"/>
              </a:rPr>
              <a:t>CRICOS Provider Code: 00120C</a:t>
            </a:r>
            <a:endParaRPr lang="en-AU" sz="400" dirty="0">
              <a:solidFill>
                <a:schemeClr val="tx1">
                  <a:lumMod val="75000"/>
                </a:schemeClr>
              </a:solidFill>
              <a:effectLst/>
              <a:latin typeface="Public Sans Light" pitchFamily="2" charset="77"/>
              <a:ea typeface="Public Sans Light" pitchFamily="2" charset="77"/>
              <a:cs typeface="Times New Roman" panose="02020603050405020304" pitchFamily="18" charset="0"/>
            </a:endParaRPr>
          </a:p>
        </p:txBody>
      </p:sp>
    </p:spTree>
    <p:extLst>
      <p:ext uri="{BB962C8B-B14F-4D97-AF65-F5344CB8AC3E}">
        <p14:creationId xmlns:p14="http://schemas.microsoft.com/office/powerpoint/2010/main" val="115480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24000" y="324000"/>
            <a:ext cx="8460000" cy="757239"/>
          </a:xfrm>
          <a:prstGeom prst="rect">
            <a:avLst/>
          </a:prstGeom>
        </p:spPr>
        <p:txBody>
          <a:bodyPr vert="horz" lIns="0" tIns="0" rIns="0" bIns="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324000" y="1800000"/>
            <a:ext cx="8460000" cy="27000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1440000" y="4914000"/>
            <a:ext cx="5400000" cy="108000"/>
          </a:xfrm>
          <a:prstGeom prst="rect">
            <a:avLst/>
          </a:prstGeom>
        </p:spPr>
        <p:txBody>
          <a:bodyPr vert="horz" lIns="0" tIns="0" rIns="0" bIns="0" rtlCol="0" anchor="t"/>
          <a:lstStyle>
            <a:lvl1pPr algn="l">
              <a:defRPr sz="600" cap="all" baseline="0">
                <a:solidFill>
                  <a:schemeClr val="tx1"/>
                </a:solidFill>
                <a:latin typeface="+mn-lt"/>
              </a:defRPr>
            </a:lvl1pPr>
          </a:lstStyle>
          <a:p>
            <a:r>
              <a:rPr lang="en-US" dirty="0"/>
              <a:t>ANU SCHOOL OF LAW  |   PRESENTATION NAME GOES HERE</a:t>
            </a:r>
            <a:endParaRPr lang="en-AU" dirty="0"/>
          </a:p>
        </p:txBody>
      </p:sp>
      <p:sp>
        <p:nvSpPr>
          <p:cNvPr id="6" name="Slide Number Placeholder 5"/>
          <p:cNvSpPr>
            <a:spLocks noGrp="1"/>
          </p:cNvSpPr>
          <p:nvPr>
            <p:ph type="sldNum" sz="quarter" idx="4"/>
          </p:nvPr>
        </p:nvSpPr>
        <p:spPr>
          <a:xfrm>
            <a:off x="324000" y="4914000"/>
            <a:ext cx="360000" cy="108000"/>
          </a:xfrm>
          <a:prstGeom prst="rect">
            <a:avLst/>
          </a:prstGeom>
        </p:spPr>
        <p:txBody>
          <a:bodyPr vert="horz" lIns="0" tIns="0" rIns="0" bIns="0" rtlCol="0" anchor="t"/>
          <a:lstStyle>
            <a:lvl1pPr algn="l">
              <a:defRPr sz="600" cap="all" baseline="0">
                <a:solidFill>
                  <a:schemeClr val="tx1"/>
                </a:solidFill>
                <a:latin typeface="+mn-lt"/>
              </a:defRPr>
            </a:lvl1pPr>
          </a:lstStyle>
          <a:p>
            <a:fld id="{10A01DC5-1685-4615-8240-15192985C6A2}" type="slidenum">
              <a:rPr lang="en-AU" smtClean="0"/>
              <a:pPr/>
              <a:t>‹#›</a:t>
            </a:fld>
            <a:endParaRPr lang="en-AU" dirty="0"/>
          </a:p>
        </p:txBody>
      </p:sp>
      <p:sp>
        <p:nvSpPr>
          <p:cNvPr id="10" name="TextBox 9">
            <a:extLst>
              <a:ext uri="{FF2B5EF4-FFF2-40B4-BE49-F238E27FC236}">
                <a16:creationId xmlns:a16="http://schemas.microsoft.com/office/drawing/2014/main" id="{FCEA9F80-8DAB-4E35-8304-FAC3410EE5CB}"/>
              </a:ext>
            </a:extLst>
          </p:cNvPr>
          <p:cNvSpPr txBox="1"/>
          <p:nvPr userDrawn="1"/>
        </p:nvSpPr>
        <p:spPr>
          <a:xfrm>
            <a:off x="-1967198" y="10969"/>
            <a:ext cx="1908720" cy="3785652"/>
          </a:xfrm>
          <a:prstGeom prst="rect">
            <a:avLst/>
          </a:prstGeom>
          <a:noFill/>
        </p:spPr>
        <p:txBody>
          <a:bodyPr wrap="square" lIns="0" tIns="0" rIns="0" bIns="0" rtlCol="0">
            <a:spAutoFit/>
          </a:bodyPr>
          <a:lstStyle/>
          <a:p>
            <a:pPr marL="122764" indent="-122764" algn="l">
              <a:buFont typeface="+mj-lt"/>
              <a:buNone/>
            </a:pPr>
            <a:r>
              <a:rPr lang="en-US" sz="600" b="1" kern="1200" baseline="0" dirty="0">
                <a:solidFill>
                  <a:schemeClr val="bg1">
                    <a:lumMod val="65000"/>
                  </a:schemeClr>
                </a:solidFill>
                <a:latin typeface="Arial" panose="020B0604020202020204" pitchFamily="34" charset="0"/>
                <a:ea typeface="+mn-ea"/>
                <a:cs typeface="Arial" panose="020B0604020202020204" pitchFamily="34" charset="0"/>
              </a:rPr>
              <a:t>CHOOSE A SLIDE STYLE FROM </a:t>
            </a:r>
          </a:p>
          <a:p>
            <a:pPr marL="179388" indent="-179388" algn="l">
              <a:buFont typeface="+mj-lt"/>
              <a:buAutoNum type="arabicPeriod"/>
            </a:pPr>
            <a:r>
              <a:rPr lang="en-US" sz="600" b="0" kern="1200" baseline="0" dirty="0">
                <a:solidFill>
                  <a:schemeClr val="bg1">
                    <a:lumMod val="65000"/>
                  </a:schemeClr>
                </a:solidFill>
                <a:latin typeface="Arial" panose="020B0604020202020204" pitchFamily="34" charset="0"/>
                <a:ea typeface="+mn-ea"/>
                <a:cs typeface="Arial" panose="020B0604020202020204" pitchFamily="34" charset="0"/>
              </a:rPr>
              <a:t>Home tab</a:t>
            </a:r>
          </a:p>
          <a:p>
            <a:pPr marL="179388" indent="-179388" algn="l">
              <a:buFont typeface="+mj-lt"/>
              <a:buAutoNum type="arabicPeriod"/>
            </a:pPr>
            <a:r>
              <a:rPr lang="en-US" sz="600" b="0" kern="1200" baseline="0" dirty="0">
                <a:solidFill>
                  <a:schemeClr val="bg1">
                    <a:lumMod val="65000"/>
                  </a:schemeClr>
                </a:solidFill>
                <a:latin typeface="Arial" panose="020B0604020202020204" pitchFamily="34" charset="0"/>
                <a:ea typeface="+mn-ea"/>
                <a:cs typeface="Arial" panose="020B0604020202020204" pitchFamily="34" charset="0"/>
              </a:rPr>
              <a:t>New Slide</a:t>
            </a:r>
          </a:p>
          <a:p>
            <a:pPr marL="179388" indent="-179388" algn="l">
              <a:buFont typeface="+mj-lt"/>
              <a:buAutoNum type="arabicPeriod"/>
            </a:pPr>
            <a:r>
              <a:rPr lang="en-US" sz="600" b="0" kern="1200" baseline="0" dirty="0">
                <a:solidFill>
                  <a:schemeClr val="bg1">
                    <a:lumMod val="65000"/>
                  </a:schemeClr>
                </a:solidFill>
                <a:latin typeface="Arial" panose="020B0604020202020204" pitchFamily="34" charset="0"/>
                <a:ea typeface="+mn-ea"/>
                <a:cs typeface="Arial" panose="020B0604020202020204" pitchFamily="34" charset="0"/>
              </a:rPr>
              <a:t>Choose layout</a:t>
            </a:r>
          </a:p>
          <a:p>
            <a:pPr marL="179388" indent="-179388" algn="l">
              <a:buFont typeface="+mj-lt"/>
              <a:buAutoNum type="arabicPeriod"/>
            </a:pPr>
            <a:r>
              <a:rPr lang="en-US" sz="600" b="0" kern="1200" baseline="0" dirty="0">
                <a:solidFill>
                  <a:schemeClr val="bg1">
                    <a:lumMod val="65000"/>
                  </a:schemeClr>
                </a:solidFill>
                <a:latin typeface="Arial" panose="020B0604020202020204" pitchFamily="34" charset="0"/>
                <a:ea typeface="+mn-ea"/>
                <a:cs typeface="Arial" panose="020B0604020202020204" pitchFamily="34" charset="0"/>
              </a:rPr>
              <a:t>If layout goes awry, select Reset</a:t>
            </a:r>
            <a:endParaRPr lang="en-US" sz="600" b="1" kern="1200" baseline="0" dirty="0">
              <a:solidFill>
                <a:schemeClr val="bg1">
                  <a:lumMod val="65000"/>
                </a:schemeClr>
              </a:solidFill>
              <a:latin typeface="Arial" panose="020B0604020202020204" pitchFamily="34" charset="0"/>
              <a:ea typeface="+mn-ea"/>
              <a:cs typeface="Arial" panose="020B0604020202020204" pitchFamily="34" charset="0"/>
            </a:endParaRPr>
          </a:p>
          <a:p>
            <a:pPr marL="122764" indent="-122764" algn="l">
              <a:buFont typeface="+mj-lt"/>
              <a:buNone/>
            </a:pPr>
            <a:endParaRPr lang="en-US" sz="600" b="1" kern="1200" baseline="0" dirty="0">
              <a:solidFill>
                <a:schemeClr val="bg1">
                  <a:lumMod val="65000"/>
                </a:schemeClr>
              </a:solidFill>
              <a:latin typeface="Arial" panose="020B0604020202020204" pitchFamily="34" charset="0"/>
              <a:ea typeface="+mn-ea"/>
              <a:cs typeface="Arial" panose="020B0604020202020204" pitchFamily="34" charset="0"/>
            </a:endParaRPr>
          </a:p>
          <a:p>
            <a:pPr marL="122764" indent="-122764" algn="l">
              <a:buFont typeface="+mj-lt"/>
              <a:buNone/>
            </a:pPr>
            <a:r>
              <a:rPr lang="en-US" sz="600" b="1" kern="1200" baseline="0" dirty="0">
                <a:solidFill>
                  <a:schemeClr val="bg1">
                    <a:lumMod val="65000"/>
                  </a:schemeClr>
                </a:solidFill>
                <a:latin typeface="Arial" panose="020B0604020202020204" pitchFamily="34" charset="0"/>
                <a:ea typeface="+mn-ea"/>
                <a:cs typeface="Arial" panose="020B0604020202020204" pitchFamily="34" charset="0"/>
              </a:rPr>
              <a:t>TEXT</a:t>
            </a:r>
          </a:p>
          <a:p>
            <a:pPr marL="0" indent="0" algn="l">
              <a:buFont typeface="+mj-lt"/>
              <a:buNone/>
            </a:pPr>
            <a:r>
              <a:rPr lang="en-US" sz="600" b="0" kern="1200" baseline="0" dirty="0">
                <a:solidFill>
                  <a:schemeClr val="bg1">
                    <a:lumMod val="65000"/>
                  </a:schemeClr>
                </a:solidFill>
                <a:latin typeface="Arial" panose="020B0604020202020204" pitchFamily="34" charset="0"/>
                <a:ea typeface="+mn-ea"/>
                <a:cs typeface="Arial" panose="020B0604020202020204" pitchFamily="34" charset="0"/>
              </a:rPr>
              <a:t>There are 5 levels of formatted text available.</a:t>
            </a:r>
          </a:p>
          <a:p>
            <a:pPr marL="0" indent="0" algn="l">
              <a:buFont typeface="+mj-lt"/>
              <a:buNone/>
            </a:pPr>
            <a:r>
              <a:rPr lang="en-US" sz="600" b="0" kern="1200" baseline="0" dirty="0">
                <a:solidFill>
                  <a:schemeClr val="bg1">
                    <a:lumMod val="65000"/>
                  </a:schemeClr>
                </a:solidFill>
                <a:latin typeface="Arial" panose="020B0604020202020204" pitchFamily="34" charset="0"/>
                <a:ea typeface="+mn-ea"/>
                <a:cs typeface="Arial" panose="020B0604020202020204" pitchFamily="34" charset="0"/>
              </a:rPr>
              <a:t>Please move between text  levels using the increase/decrease button on the menu above.</a:t>
            </a:r>
          </a:p>
          <a:p>
            <a:pPr marL="122764" indent="-122764" algn="l">
              <a:buFont typeface="+mj-lt"/>
              <a:buNone/>
            </a:pPr>
            <a:endParaRPr lang="en-US" sz="600" b="1" kern="1200" baseline="0" dirty="0">
              <a:solidFill>
                <a:schemeClr val="bg1">
                  <a:lumMod val="65000"/>
                </a:schemeClr>
              </a:solidFill>
              <a:latin typeface="Arial" panose="020B0604020202020204" pitchFamily="34" charset="0"/>
              <a:ea typeface="+mn-ea"/>
              <a:cs typeface="Arial" panose="020B0604020202020204" pitchFamily="34" charset="0"/>
            </a:endParaRPr>
          </a:p>
          <a:p>
            <a:pPr marL="122764" indent="-122764" algn="l">
              <a:buFont typeface="+mj-lt"/>
              <a:buNone/>
            </a:pPr>
            <a:endParaRPr lang="en-US" sz="600" b="1" kern="1200" baseline="0" dirty="0">
              <a:solidFill>
                <a:schemeClr val="bg1">
                  <a:lumMod val="65000"/>
                </a:schemeClr>
              </a:solidFill>
              <a:latin typeface="Arial" panose="020B0604020202020204" pitchFamily="34" charset="0"/>
              <a:ea typeface="+mn-ea"/>
              <a:cs typeface="Arial" panose="020B0604020202020204" pitchFamily="34" charset="0"/>
            </a:endParaRPr>
          </a:p>
          <a:p>
            <a:pPr marL="122764" indent="-122764" algn="l">
              <a:buFont typeface="+mj-lt"/>
              <a:buNone/>
            </a:pPr>
            <a:endParaRPr lang="en-US" sz="600" b="1" kern="1200" baseline="0" dirty="0">
              <a:solidFill>
                <a:schemeClr val="bg1">
                  <a:lumMod val="65000"/>
                </a:schemeClr>
              </a:solidFill>
              <a:latin typeface="Arial" panose="020B0604020202020204" pitchFamily="34" charset="0"/>
              <a:ea typeface="+mn-ea"/>
              <a:cs typeface="Arial" panose="020B0604020202020204" pitchFamily="34" charset="0"/>
            </a:endParaRPr>
          </a:p>
          <a:p>
            <a:pPr marL="122764" indent="-122764" algn="l">
              <a:buFont typeface="+mj-lt"/>
              <a:buNone/>
            </a:pPr>
            <a:r>
              <a:rPr lang="en-US" sz="600" b="1" kern="1200" baseline="0" dirty="0">
                <a:solidFill>
                  <a:schemeClr val="bg1">
                    <a:lumMod val="65000"/>
                  </a:schemeClr>
                </a:solidFill>
                <a:latin typeface="Arial" panose="020B0604020202020204" pitchFamily="34" charset="0"/>
                <a:ea typeface="+mn-ea"/>
                <a:cs typeface="Arial" panose="020B0604020202020204" pitchFamily="34" charset="0"/>
              </a:rPr>
              <a:t>CHANGE SLIDE BACKGROUND</a:t>
            </a:r>
          </a:p>
          <a:p>
            <a:pPr marL="179388" indent="-179388" algn="l">
              <a:buFont typeface="+mj-lt"/>
              <a:buAutoNum type="arabicPeriod"/>
            </a:pPr>
            <a:r>
              <a:rPr lang="en-US" sz="600" b="0" kern="1200" baseline="0" dirty="0">
                <a:solidFill>
                  <a:schemeClr val="bg1">
                    <a:lumMod val="65000"/>
                  </a:schemeClr>
                </a:solidFill>
                <a:latin typeface="Arial" panose="020B0604020202020204" pitchFamily="34" charset="0"/>
                <a:ea typeface="+mn-ea"/>
                <a:cs typeface="Arial" panose="020B0604020202020204" pitchFamily="34" charset="0"/>
              </a:rPr>
              <a:t>Design Menu</a:t>
            </a:r>
          </a:p>
          <a:p>
            <a:pPr marL="179388" indent="-179388" algn="l">
              <a:buFont typeface="+mj-lt"/>
              <a:buAutoNum type="arabicPeriod"/>
            </a:pPr>
            <a:r>
              <a:rPr lang="en-US" sz="600" b="0" kern="1200" baseline="0" dirty="0">
                <a:solidFill>
                  <a:schemeClr val="bg1">
                    <a:lumMod val="65000"/>
                  </a:schemeClr>
                </a:solidFill>
                <a:latin typeface="Arial" panose="020B0604020202020204" pitchFamily="34" charset="0"/>
                <a:ea typeface="+mn-ea"/>
                <a:cs typeface="Arial" panose="020B0604020202020204" pitchFamily="34" charset="0"/>
              </a:rPr>
              <a:t>Format Background</a:t>
            </a:r>
          </a:p>
          <a:p>
            <a:pPr marL="179388" indent="-179388" algn="l">
              <a:buFont typeface="+mj-lt"/>
              <a:buAutoNum type="arabicPeriod"/>
            </a:pPr>
            <a:r>
              <a:rPr lang="en-US" sz="600" b="0" kern="1200" baseline="0" dirty="0">
                <a:solidFill>
                  <a:schemeClr val="bg1">
                    <a:lumMod val="65000"/>
                  </a:schemeClr>
                </a:solidFill>
                <a:latin typeface="Arial" panose="020B0604020202020204" pitchFamily="34" charset="0"/>
                <a:ea typeface="+mn-ea"/>
                <a:cs typeface="Arial" panose="020B0604020202020204" pitchFamily="34" charset="0"/>
              </a:rPr>
              <a:t>Picture or Texture Fill</a:t>
            </a:r>
          </a:p>
          <a:p>
            <a:pPr marL="179388" indent="-179388" algn="l">
              <a:buFont typeface="+mj-lt"/>
              <a:buAutoNum type="arabicPeriod"/>
            </a:pPr>
            <a:r>
              <a:rPr lang="en-US" sz="600" b="0" kern="1200" baseline="0" dirty="0">
                <a:solidFill>
                  <a:schemeClr val="bg1">
                    <a:lumMod val="65000"/>
                  </a:schemeClr>
                </a:solidFill>
                <a:latin typeface="Arial" panose="020B0604020202020204" pitchFamily="34" charset="0"/>
                <a:ea typeface="+mn-ea"/>
                <a:cs typeface="Arial" panose="020B0604020202020204" pitchFamily="34" charset="0"/>
              </a:rPr>
              <a:t>Find image </a:t>
            </a:r>
          </a:p>
          <a:p>
            <a:pPr marL="122764" indent="-122764" algn="l">
              <a:buFont typeface="+mj-lt"/>
              <a:buNone/>
            </a:pPr>
            <a:endParaRPr lang="en-US" sz="600" b="1" kern="1200" baseline="0" dirty="0">
              <a:solidFill>
                <a:schemeClr val="bg1">
                  <a:lumMod val="65000"/>
                </a:schemeClr>
              </a:solidFill>
              <a:latin typeface="Arial" panose="020B0604020202020204" pitchFamily="34" charset="0"/>
              <a:ea typeface="+mn-ea"/>
              <a:cs typeface="Arial" panose="020B0604020202020204" pitchFamily="34" charset="0"/>
            </a:endParaRPr>
          </a:p>
          <a:p>
            <a:pPr marL="122764" indent="-122764" algn="l">
              <a:buFont typeface="+mj-lt"/>
              <a:buNone/>
            </a:pPr>
            <a:r>
              <a:rPr lang="en-US" sz="600" b="1" kern="1200" baseline="0" dirty="0">
                <a:solidFill>
                  <a:schemeClr val="bg1">
                    <a:lumMod val="65000"/>
                  </a:schemeClr>
                </a:solidFill>
                <a:latin typeface="Arial" panose="020B0604020202020204" pitchFamily="34" charset="0"/>
                <a:ea typeface="+mn-ea"/>
                <a:cs typeface="Arial" panose="020B0604020202020204" pitchFamily="34" charset="0"/>
              </a:rPr>
              <a:t>REPLACE IMAGE IN SHAPE OR ON PAGE</a:t>
            </a:r>
          </a:p>
          <a:p>
            <a:pPr marL="179388" indent="-179388" algn="l">
              <a:buFont typeface="+mj-lt"/>
              <a:buAutoNum type="arabicPeriod"/>
            </a:pPr>
            <a:r>
              <a:rPr lang="en-US" sz="600" b="0" kern="1200" baseline="0" dirty="0">
                <a:solidFill>
                  <a:schemeClr val="bg1">
                    <a:lumMod val="65000"/>
                  </a:schemeClr>
                </a:solidFill>
                <a:latin typeface="Arial" panose="020B0604020202020204" pitchFamily="34" charset="0"/>
                <a:ea typeface="+mn-ea"/>
                <a:cs typeface="Arial" panose="020B0604020202020204" pitchFamily="34" charset="0"/>
              </a:rPr>
              <a:t>Right click on image</a:t>
            </a:r>
          </a:p>
          <a:p>
            <a:pPr marL="179388" indent="-179388" algn="l">
              <a:buFont typeface="+mj-lt"/>
              <a:buAutoNum type="arabicPeriod"/>
            </a:pPr>
            <a:r>
              <a:rPr lang="en-US" sz="600" b="0" kern="1200" baseline="0" dirty="0">
                <a:solidFill>
                  <a:schemeClr val="bg1">
                    <a:lumMod val="65000"/>
                  </a:schemeClr>
                </a:solidFill>
                <a:latin typeface="Arial" panose="020B0604020202020204" pitchFamily="34" charset="0"/>
                <a:ea typeface="+mn-ea"/>
                <a:cs typeface="Arial" panose="020B0604020202020204" pitchFamily="34" charset="0"/>
              </a:rPr>
              <a:t>Change Picture</a:t>
            </a:r>
          </a:p>
          <a:p>
            <a:pPr marL="179388" indent="-179388" algn="l">
              <a:buFont typeface="+mj-lt"/>
              <a:buAutoNum type="arabicPeriod"/>
            </a:pPr>
            <a:r>
              <a:rPr lang="en-US" sz="600" b="0" kern="1200" baseline="0" dirty="0">
                <a:solidFill>
                  <a:schemeClr val="bg1">
                    <a:lumMod val="65000"/>
                  </a:schemeClr>
                </a:solidFill>
                <a:latin typeface="Arial" panose="020B0604020202020204" pitchFamily="34" charset="0"/>
                <a:ea typeface="+mn-ea"/>
                <a:cs typeface="Arial" panose="020B0604020202020204" pitchFamily="34" charset="0"/>
              </a:rPr>
              <a:t>Select your image</a:t>
            </a:r>
          </a:p>
          <a:p>
            <a:pPr marL="0" indent="0" algn="l">
              <a:buFont typeface="+mj-lt"/>
              <a:buNone/>
            </a:pPr>
            <a:r>
              <a:rPr lang="en-US" sz="600" b="0" kern="1200" baseline="0" dirty="0">
                <a:solidFill>
                  <a:schemeClr val="bg1">
                    <a:lumMod val="65000"/>
                  </a:schemeClr>
                </a:solidFill>
                <a:latin typeface="Arial" panose="020B0604020202020204" pitchFamily="34" charset="0"/>
                <a:ea typeface="+mn-ea"/>
                <a:cs typeface="Arial" panose="020B0604020202020204" pitchFamily="34" charset="0"/>
              </a:rPr>
              <a:t>OR</a:t>
            </a:r>
          </a:p>
          <a:p>
            <a:pPr marL="179388" indent="-179388" algn="l">
              <a:buFont typeface="+mj-lt"/>
              <a:buAutoNum type="arabicPeriod"/>
            </a:pPr>
            <a:r>
              <a:rPr lang="en-US" sz="600" b="0" kern="1200" baseline="0" dirty="0">
                <a:solidFill>
                  <a:schemeClr val="bg1">
                    <a:lumMod val="65000"/>
                  </a:schemeClr>
                </a:solidFill>
                <a:latin typeface="Arial" panose="020B0604020202020204" pitchFamily="34" charset="0"/>
                <a:ea typeface="+mn-ea"/>
                <a:cs typeface="Arial" panose="020B0604020202020204" pitchFamily="34" charset="0"/>
              </a:rPr>
              <a:t>Delete the image</a:t>
            </a:r>
          </a:p>
          <a:p>
            <a:pPr marL="179388" indent="-179388" algn="l">
              <a:buFont typeface="+mj-lt"/>
              <a:buAutoNum type="arabicPeriod"/>
            </a:pPr>
            <a:r>
              <a:rPr lang="en-US" sz="600" b="0" kern="1200" baseline="0" dirty="0">
                <a:solidFill>
                  <a:schemeClr val="bg1">
                    <a:lumMod val="65000"/>
                  </a:schemeClr>
                </a:solidFill>
                <a:latin typeface="Arial" panose="020B0604020202020204" pitchFamily="34" charset="0"/>
                <a:ea typeface="+mn-ea"/>
                <a:cs typeface="Arial" panose="020B0604020202020204" pitchFamily="34" charset="0"/>
              </a:rPr>
              <a:t>Click on icon</a:t>
            </a:r>
          </a:p>
          <a:p>
            <a:pPr marL="179388" indent="-179388" algn="l">
              <a:buFont typeface="+mj-lt"/>
              <a:buAutoNum type="arabicPeriod"/>
            </a:pPr>
            <a:r>
              <a:rPr lang="en-US" sz="600" b="0" kern="1200" baseline="0" dirty="0">
                <a:solidFill>
                  <a:schemeClr val="bg1">
                    <a:lumMod val="65000"/>
                  </a:schemeClr>
                </a:solidFill>
                <a:latin typeface="Arial" panose="020B0604020202020204" pitchFamily="34" charset="0"/>
                <a:ea typeface="+mn-ea"/>
                <a:cs typeface="Arial" panose="020B0604020202020204" pitchFamily="34" charset="0"/>
              </a:rPr>
              <a:t>Find the new image</a:t>
            </a:r>
          </a:p>
          <a:p>
            <a:pPr marL="122764" indent="-122764" algn="l">
              <a:buFont typeface="+mj-lt"/>
              <a:buNone/>
            </a:pPr>
            <a:endParaRPr lang="en-US" sz="600" b="1" kern="1200" baseline="0" dirty="0">
              <a:solidFill>
                <a:schemeClr val="bg1">
                  <a:lumMod val="65000"/>
                </a:schemeClr>
              </a:solidFill>
              <a:latin typeface="Arial" panose="020B0604020202020204" pitchFamily="34" charset="0"/>
              <a:ea typeface="+mn-ea"/>
              <a:cs typeface="Arial" panose="020B0604020202020204" pitchFamily="34" charset="0"/>
            </a:endParaRPr>
          </a:p>
          <a:p>
            <a:pPr marL="122764" indent="-122764" algn="l">
              <a:buFont typeface="+mj-lt"/>
              <a:buNone/>
            </a:pPr>
            <a:r>
              <a:rPr lang="en-US" sz="600" b="1" kern="1200" baseline="0" dirty="0">
                <a:solidFill>
                  <a:schemeClr val="bg1">
                    <a:lumMod val="65000"/>
                  </a:schemeClr>
                </a:solidFill>
                <a:latin typeface="Arial" panose="020B0604020202020204" pitchFamily="34" charset="0"/>
                <a:ea typeface="+mn-ea"/>
                <a:cs typeface="Arial" panose="020B0604020202020204" pitchFamily="34" charset="0"/>
              </a:rPr>
              <a:t>TO REPOSITION IMAGE WITHIN SHAPE </a:t>
            </a:r>
          </a:p>
          <a:p>
            <a:pPr marL="179388" indent="-179388" algn="l">
              <a:buFont typeface="+mj-lt"/>
              <a:buAutoNum type="arabicPeriod"/>
            </a:pPr>
            <a:r>
              <a:rPr lang="en-US" sz="600" b="0" kern="1200" baseline="0" dirty="0">
                <a:solidFill>
                  <a:schemeClr val="bg1">
                    <a:lumMod val="65000"/>
                  </a:schemeClr>
                </a:solidFill>
                <a:latin typeface="Arial" panose="020B0604020202020204" pitchFamily="34" charset="0"/>
                <a:ea typeface="+mn-ea"/>
                <a:cs typeface="Arial" panose="020B0604020202020204" pitchFamily="34" charset="0"/>
              </a:rPr>
              <a:t>Click on image</a:t>
            </a:r>
          </a:p>
          <a:p>
            <a:pPr marL="179388" indent="-179388" algn="l">
              <a:buFont typeface="+mj-lt"/>
              <a:buAutoNum type="arabicPeriod"/>
            </a:pPr>
            <a:r>
              <a:rPr lang="en-US" sz="600" b="0" kern="1200" baseline="0" dirty="0">
                <a:solidFill>
                  <a:schemeClr val="bg1">
                    <a:lumMod val="65000"/>
                  </a:schemeClr>
                </a:solidFill>
                <a:latin typeface="Arial" panose="020B0604020202020204" pitchFamily="34" charset="0"/>
                <a:ea typeface="+mn-ea"/>
                <a:cs typeface="Arial" panose="020B0604020202020204" pitchFamily="34" charset="0"/>
              </a:rPr>
              <a:t>Format menu</a:t>
            </a:r>
          </a:p>
          <a:p>
            <a:pPr marL="179388" indent="-179388" algn="l">
              <a:buFont typeface="+mj-lt"/>
              <a:buAutoNum type="arabicPeriod"/>
            </a:pPr>
            <a:r>
              <a:rPr lang="en-US" sz="600" b="0" kern="1200" baseline="0" dirty="0">
                <a:solidFill>
                  <a:schemeClr val="bg1">
                    <a:lumMod val="65000"/>
                  </a:schemeClr>
                </a:solidFill>
                <a:latin typeface="Arial" panose="020B0604020202020204" pitchFamily="34" charset="0"/>
                <a:ea typeface="+mn-ea"/>
                <a:cs typeface="Arial" panose="020B0604020202020204" pitchFamily="34" charset="0"/>
              </a:rPr>
              <a:t>Click on Crop button</a:t>
            </a:r>
          </a:p>
          <a:p>
            <a:pPr marL="179388" indent="-179388" algn="l">
              <a:buFont typeface="+mj-lt"/>
              <a:buAutoNum type="arabicPeriod"/>
            </a:pPr>
            <a:r>
              <a:rPr lang="en-US" sz="600" b="0" kern="1200" baseline="0" dirty="0">
                <a:solidFill>
                  <a:schemeClr val="bg1">
                    <a:lumMod val="65000"/>
                  </a:schemeClr>
                </a:solidFill>
                <a:latin typeface="Arial" panose="020B0604020202020204" pitchFamily="34" charset="0"/>
                <a:ea typeface="+mn-ea"/>
                <a:cs typeface="Arial" panose="020B0604020202020204" pitchFamily="34" charset="0"/>
              </a:rPr>
              <a:t>To fit the whole image inside select FIT</a:t>
            </a:r>
          </a:p>
          <a:p>
            <a:pPr marL="179388" indent="-179388" algn="l">
              <a:buFont typeface="+mj-lt"/>
              <a:buAutoNum type="arabicPeriod"/>
            </a:pPr>
            <a:r>
              <a:rPr lang="en-US" sz="600" b="0" kern="1200" baseline="0" dirty="0">
                <a:solidFill>
                  <a:schemeClr val="bg1">
                    <a:lumMod val="65000"/>
                  </a:schemeClr>
                </a:solidFill>
                <a:latin typeface="Arial" panose="020B0604020202020204" pitchFamily="34" charset="0"/>
                <a:ea typeface="+mn-ea"/>
                <a:cs typeface="Arial" panose="020B0604020202020204" pitchFamily="34" charset="0"/>
              </a:rPr>
              <a:t>To use only a portion select FILL then crop, move or resize image to show properly within shape.</a:t>
            </a:r>
          </a:p>
          <a:p>
            <a:pPr marL="122764" indent="-122764" algn="l">
              <a:buFont typeface="+mj-lt"/>
              <a:buNone/>
            </a:pPr>
            <a:endParaRPr lang="en-US" sz="600" b="1" kern="1200" baseline="0" dirty="0">
              <a:solidFill>
                <a:schemeClr val="bg1">
                  <a:lumMod val="65000"/>
                </a:schemeClr>
              </a:solidFill>
              <a:latin typeface="Arial" panose="020B0604020202020204" pitchFamily="34" charset="0"/>
              <a:ea typeface="+mn-ea"/>
              <a:cs typeface="Arial" panose="020B0604020202020204" pitchFamily="34" charset="0"/>
            </a:endParaRPr>
          </a:p>
          <a:p>
            <a:pPr marL="122764" indent="-122764" algn="l">
              <a:buFont typeface="+mj-lt"/>
              <a:buNone/>
            </a:pPr>
            <a:r>
              <a:rPr lang="en-US" sz="600" b="1" kern="1200" baseline="0" dirty="0">
                <a:solidFill>
                  <a:schemeClr val="bg1">
                    <a:lumMod val="65000"/>
                  </a:schemeClr>
                </a:solidFill>
                <a:latin typeface="Arial" panose="020B0604020202020204" pitchFamily="34" charset="0"/>
                <a:ea typeface="+mn-ea"/>
                <a:cs typeface="Arial" panose="020B0604020202020204" pitchFamily="34" charset="0"/>
              </a:rPr>
              <a:t>ADD/CHANGE FOOTER</a:t>
            </a:r>
          </a:p>
          <a:p>
            <a:pPr marL="179388" lvl="0" indent="-179388" algn="l" defTabSz="914400" rtl="0" eaLnBrk="1" latinLnBrk="0" hangingPunct="1">
              <a:buFont typeface="+mj-lt"/>
              <a:buAutoNum type="arabicPeriod"/>
            </a:pPr>
            <a:r>
              <a:rPr lang="en-US" sz="600" b="0" kern="1200" baseline="0" dirty="0">
                <a:solidFill>
                  <a:schemeClr val="bg1">
                    <a:lumMod val="65000"/>
                  </a:schemeClr>
                </a:solidFill>
                <a:latin typeface="Arial" panose="020B0604020202020204" pitchFamily="34" charset="0"/>
                <a:ea typeface="+mn-ea"/>
                <a:cs typeface="Arial" panose="020B0604020202020204" pitchFamily="34" charset="0"/>
              </a:rPr>
              <a:t>Insert Menu</a:t>
            </a:r>
          </a:p>
          <a:p>
            <a:pPr marL="179388" lvl="0" indent="-179388" algn="l" defTabSz="914400" rtl="0" eaLnBrk="1" latinLnBrk="0" hangingPunct="1">
              <a:buFont typeface="+mj-lt"/>
              <a:buAutoNum type="arabicPeriod"/>
            </a:pPr>
            <a:r>
              <a:rPr lang="en-US" sz="600" b="0" kern="1200" baseline="0" dirty="0">
                <a:solidFill>
                  <a:schemeClr val="bg1">
                    <a:lumMod val="65000"/>
                  </a:schemeClr>
                </a:solidFill>
                <a:latin typeface="Arial" panose="020B0604020202020204" pitchFamily="34" charset="0"/>
                <a:ea typeface="+mn-ea"/>
                <a:cs typeface="Arial" panose="020B0604020202020204" pitchFamily="34" charset="0"/>
              </a:rPr>
              <a:t>Header &amp; Footer</a:t>
            </a:r>
          </a:p>
          <a:p>
            <a:pPr marL="179388" lvl="0" indent="-179388" algn="l" defTabSz="914400" rtl="0" eaLnBrk="1" latinLnBrk="0" hangingPunct="1">
              <a:buFont typeface="+mj-lt"/>
              <a:buAutoNum type="arabicPeriod"/>
            </a:pPr>
            <a:r>
              <a:rPr lang="en-US" sz="600" b="0" kern="1200" baseline="0" dirty="0">
                <a:solidFill>
                  <a:schemeClr val="bg1">
                    <a:lumMod val="65000"/>
                  </a:schemeClr>
                </a:solidFill>
                <a:latin typeface="Arial" panose="020B0604020202020204" pitchFamily="34" charset="0"/>
                <a:ea typeface="+mn-ea"/>
                <a:cs typeface="Arial" panose="020B0604020202020204" pitchFamily="34" charset="0"/>
              </a:rPr>
              <a:t>Tick to activate/Untick to remove</a:t>
            </a:r>
          </a:p>
          <a:p>
            <a:pPr marL="179388" lvl="0" indent="-179388" algn="l" defTabSz="914400" rtl="0" eaLnBrk="1" latinLnBrk="0" hangingPunct="1">
              <a:buFont typeface="+mj-lt"/>
              <a:buAutoNum type="arabicPeriod"/>
            </a:pPr>
            <a:r>
              <a:rPr lang="en-US" sz="600" b="0" kern="1200" baseline="0" dirty="0">
                <a:solidFill>
                  <a:schemeClr val="bg1">
                    <a:lumMod val="65000"/>
                  </a:schemeClr>
                </a:solidFill>
                <a:latin typeface="Arial" panose="020B0604020202020204" pitchFamily="34" charset="0"/>
                <a:ea typeface="+mn-ea"/>
                <a:cs typeface="Arial" panose="020B0604020202020204" pitchFamily="34" charset="0"/>
              </a:rPr>
              <a:t>Change text</a:t>
            </a:r>
          </a:p>
        </p:txBody>
      </p:sp>
      <p:sp>
        <p:nvSpPr>
          <p:cNvPr id="11" name="Date Placeholder 10">
            <a:extLst>
              <a:ext uri="{FF2B5EF4-FFF2-40B4-BE49-F238E27FC236}">
                <a16:creationId xmlns:a16="http://schemas.microsoft.com/office/drawing/2014/main" id="{32F70BC5-DBE8-42FB-9A35-2E8AC821B1A4}"/>
              </a:ext>
            </a:extLst>
          </p:cNvPr>
          <p:cNvSpPr>
            <a:spLocks noGrp="1"/>
          </p:cNvSpPr>
          <p:nvPr>
            <p:ph type="dt" sz="half" idx="2"/>
          </p:nvPr>
        </p:nvSpPr>
        <p:spPr>
          <a:xfrm>
            <a:off x="6576670" y="4914000"/>
            <a:ext cx="720000" cy="108000"/>
          </a:xfrm>
          <a:prstGeom prst="rect">
            <a:avLst/>
          </a:prstGeom>
        </p:spPr>
        <p:txBody>
          <a:bodyPr vert="horz" lIns="0" tIns="0" rIns="0" bIns="0" rtlCol="0" anchor="ctr"/>
          <a:lstStyle>
            <a:lvl1pPr algn="l">
              <a:defRPr sz="600" cap="all" baseline="0">
                <a:solidFill>
                  <a:schemeClr val="tx1"/>
                </a:solidFill>
                <a:latin typeface="+mn-lt"/>
              </a:defRPr>
            </a:lvl1pPr>
          </a:lstStyle>
          <a:p>
            <a:r>
              <a:rPr lang="en-AU"/>
              <a:t>DD MMM YY</a:t>
            </a:r>
            <a:endParaRPr lang="en-AU" dirty="0"/>
          </a:p>
        </p:txBody>
      </p:sp>
      <p:pic>
        <p:nvPicPr>
          <p:cNvPr id="15" name="Picture 14">
            <a:extLst>
              <a:ext uri="{FF2B5EF4-FFF2-40B4-BE49-F238E27FC236}">
                <a16:creationId xmlns:a16="http://schemas.microsoft.com/office/drawing/2014/main" id="{44DEE85A-4266-4E69-A969-DFA7B1E14139}"/>
              </a:ext>
            </a:extLst>
          </p:cNvPr>
          <p:cNvPicPr>
            <a:picLocks noChangeAspect="1"/>
          </p:cNvPicPr>
          <p:nvPr userDrawn="1"/>
        </p:nvPicPr>
        <p:blipFill>
          <a:blip r:embed="rId29">
            <a:extLst>
              <a:ext uri="{28A0092B-C50C-407E-A947-70E740481C1C}">
                <a14:useLocalDpi xmlns:a14="http://schemas.microsoft.com/office/drawing/2010/main" val="0"/>
              </a:ext>
            </a:extLst>
          </a:blip>
          <a:stretch>
            <a:fillRect/>
          </a:stretch>
        </p:blipFill>
        <p:spPr>
          <a:xfrm>
            <a:off x="-1967198" y="947672"/>
            <a:ext cx="474729" cy="161721"/>
          </a:xfrm>
          <a:prstGeom prst="rect">
            <a:avLst/>
          </a:prstGeom>
        </p:spPr>
      </p:pic>
      <p:pic>
        <p:nvPicPr>
          <p:cNvPr id="12" name="Picture 11">
            <a:extLst>
              <a:ext uri="{FF2B5EF4-FFF2-40B4-BE49-F238E27FC236}">
                <a16:creationId xmlns:a16="http://schemas.microsoft.com/office/drawing/2014/main" id="{997071D7-58A8-4D10-B668-7A37D63450FB}"/>
              </a:ext>
            </a:extLst>
          </p:cNvPr>
          <p:cNvPicPr>
            <a:picLocks noChangeAspect="1"/>
          </p:cNvPicPr>
          <p:nvPr userDrawn="1"/>
        </p:nvPicPr>
        <p:blipFill>
          <a:blip r:embed="rId30">
            <a:extLst>
              <a:ext uri="{28A0092B-C50C-407E-A947-70E740481C1C}">
                <a14:useLocalDpi xmlns:a14="http://schemas.microsoft.com/office/drawing/2010/main" val="0"/>
              </a:ext>
            </a:extLst>
          </a:blip>
          <a:stretch>
            <a:fillRect/>
          </a:stretch>
        </p:blipFill>
        <p:spPr>
          <a:xfrm>
            <a:off x="0" y="4690800"/>
            <a:ext cx="9144000" cy="256032"/>
          </a:xfrm>
          <a:prstGeom prst="rect">
            <a:avLst/>
          </a:prstGeom>
        </p:spPr>
      </p:pic>
      <p:sp>
        <p:nvSpPr>
          <p:cNvPr id="13" name="Footer Placeholder 4">
            <a:extLst>
              <a:ext uri="{FF2B5EF4-FFF2-40B4-BE49-F238E27FC236}">
                <a16:creationId xmlns:a16="http://schemas.microsoft.com/office/drawing/2014/main" id="{6F38DE2A-A10B-154D-A8BE-8E54C3DBFD94}"/>
              </a:ext>
            </a:extLst>
          </p:cNvPr>
          <p:cNvSpPr txBox="1">
            <a:spLocks/>
          </p:cNvSpPr>
          <p:nvPr userDrawn="1"/>
        </p:nvSpPr>
        <p:spPr>
          <a:xfrm>
            <a:off x="6575686" y="5053403"/>
            <a:ext cx="3302518" cy="164471"/>
          </a:xfrm>
          <a:prstGeom prst="rect">
            <a:avLst/>
          </a:prstGeom>
        </p:spPr>
        <p:txBody>
          <a:bodyPr vert="horz" lIns="0" tIns="0" rIns="0" bIns="0" rtlCol="0" anchor="t"/>
          <a:lstStyle>
            <a:defPPr>
              <a:defRPr lang="en-US"/>
            </a:defPPr>
            <a:lvl1pPr marL="0" algn="l" defTabSz="457200" rtl="0" eaLnBrk="1" latinLnBrk="0" hangingPunct="1">
              <a:defRPr sz="600" kern="1200" cap="all" baseline="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Bef>
                <a:spcPts val="200"/>
              </a:spcBef>
            </a:pPr>
            <a:r>
              <a:rPr lang="en-US" sz="400" dirty="0">
                <a:solidFill>
                  <a:schemeClr val="tx1">
                    <a:lumMod val="75000"/>
                  </a:schemeClr>
                </a:solidFill>
                <a:effectLst/>
                <a:latin typeface="Public Sans Light" pitchFamily="2" charset="77"/>
                <a:ea typeface="Times New Roman" panose="02020603050405020304" pitchFamily="18" charset="0"/>
                <a:cs typeface="Times New Roman" panose="02020603050405020304" pitchFamily="18" charset="0"/>
              </a:rPr>
              <a:t>TEQSA Provider ID: PRV12002 (Australian University)</a:t>
            </a:r>
            <a:r>
              <a:rPr lang="en-AU" sz="400" dirty="0">
                <a:solidFill>
                  <a:schemeClr val="tx1">
                    <a:lumMod val="75000"/>
                  </a:schemeClr>
                </a:solidFill>
                <a:effectLst/>
                <a:latin typeface="Public Sans Light" pitchFamily="2" charset="77"/>
                <a:ea typeface="Times New Roman" panose="02020603050405020304" pitchFamily="18" charset="0"/>
                <a:cs typeface="Times New Roman" panose="02020603050405020304" pitchFamily="18" charset="0"/>
              </a:rPr>
              <a:t> </a:t>
            </a:r>
            <a:r>
              <a:rPr lang="en-US" sz="400" dirty="0">
                <a:solidFill>
                  <a:schemeClr val="tx1">
                    <a:lumMod val="75000"/>
                  </a:schemeClr>
                </a:solidFill>
                <a:effectLst/>
                <a:latin typeface="Public Sans Light" pitchFamily="2" charset="77"/>
                <a:ea typeface="Times New Roman" panose="02020603050405020304" pitchFamily="18" charset="0"/>
                <a:cs typeface="Times New Roman" panose="02020603050405020304" pitchFamily="18" charset="0"/>
              </a:rPr>
              <a:t>CRICOS Provider Code: 00120C</a:t>
            </a:r>
            <a:endParaRPr lang="en-AU" sz="400" dirty="0">
              <a:solidFill>
                <a:schemeClr val="tx1">
                  <a:lumMod val="75000"/>
                </a:schemeClr>
              </a:solidFill>
              <a:effectLst/>
              <a:latin typeface="Public Sans Light" pitchFamily="2" charset="77"/>
              <a:ea typeface="Public Sans Light" pitchFamily="2" charset="77"/>
              <a:cs typeface="Times New Roman" panose="02020603050405020304" pitchFamily="18" charset="0"/>
            </a:endParaRPr>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661" r:id="rId1"/>
    <p:sldLayoutId id="2147483668" r:id="rId2"/>
    <p:sldLayoutId id="2147483663" r:id="rId3"/>
    <p:sldLayoutId id="2147483669" r:id="rId4"/>
    <p:sldLayoutId id="2147483670" r:id="rId5"/>
    <p:sldLayoutId id="2147483687" r:id="rId6"/>
    <p:sldLayoutId id="2147483671" r:id="rId7"/>
    <p:sldLayoutId id="2147483672" r:id="rId8"/>
    <p:sldLayoutId id="2147483673" r:id="rId9"/>
    <p:sldLayoutId id="2147483674" r:id="rId10"/>
    <p:sldLayoutId id="2147483677" r:id="rId11"/>
    <p:sldLayoutId id="2147483678" r:id="rId12"/>
    <p:sldLayoutId id="2147483662" r:id="rId13"/>
    <p:sldLayoutId id="2147483676" r:id="rId14"/>
    <p:sldLayoutId id="2147483675" r:id="rId15"/>
    <p:sldLayoutId id="2147483679" r:id="rId16"/>
    <p:sldLayoutId id="2147483680" r:id="rId17"/>
    <p:sldLayoutId id="2147483681" r:id="rId18"/>
    <p:sldLayoutId id="2147483682" r:id="rId19"/>
    <p:sldLayoutId id="2147483683" r:id="rId20"/>
    <p:sldLayoutId id="2147483684" r:id="rId21"/>
    <p:sldLayoutId id="2147483685" r:id="rId22"/>
    <p:sldLayoutId id="2147483664" r:id="rId23"/>
    <p:sldLayoutId id="2147483665" r:id="rId24"/>
    <p:sldLayoutId id="2147483666" r:id="rId25"/>
    <p:sldLayoutId id="2147483667" r:id="rId26"/>
    <p:sldLayoutId id="2147483686" r:id="rId27"/>
  </p:sldLayoutIdLst>
  <p:hf hdr="0"/>
  <p:txStyles>
    <p:titleStyle>
      <a:lvl1pPr algn="l" defTabSz="685800" rtl="0" eaLnBrk="1" latinLnBrk="0" hangingPunct="1">
        <a:lnSpc>
          <a:spcPct val="80000"/>
        </a:lnSpc>
        <a:spcBef>
          <a:spcPct val="0"/>
        </a:spcBef>
        <a:buNone/>
        <a:defRPr sz="3600" kern="1200">
          <a:solidFill>
            <a:schemeClr val="accent1"/>
          </a:solidFill>
          <a:latin typeface="+mj-lt"/>
          <a:ea typeface="+mj-ea"/>
          <a:cs typeface="+mj-cs"/>
        </a:defRPr>
      </a:lvl1pPr>
    </p:titleStyle>
    <p:bodyStyle>
      <a:lvl1pPr marL="0" indent="0" algn="l" defTabSz="685800" rtl="0" eaLnBrk="1" latinLnBrk="0" hangingPunct="1">
        <a:lnSpc>
          <a:spcPct val="100000"/>
        </a:lnSpc>
        <a:spcBef>
          <a:spcPts val="0"/>
        </a:spcBef>
        <a:spcAft>
          <a:spcPts val="600"/>
        </a:spcAft>
        <a:buFont typeface="Arial" panose="020B0604020202020204" pitchFamily="34" charset="0"/>
        <a:buNone/>
        <a:defRPr sz="1400" b="0" kern="1200">
          <a:solidFill>
            <a:schemeClr val="accent1"/>
          </a:solidFill>
          <a:latin typeface="+mj-lt"/>
          <a:ea typeface="+mn-ea"/>
          <a:cs typeface="+mn-cs"/>
        </a:defRPr>
      </a:lvl1pPr>
      <a:lvl2pPr marL="0" indent="0" algn="l" defTabSz="685800" rtl="0" eaLnBrk="1" latinLnBrk="0" hangingPunct="1">
        <a:lnSpc>
          <a:spcPct val="100000"/>
        </a:lnSpc>
        <a:spcBef>
          <a:spcPts val="0"/>
        </a:spcBef>
        <a:spcAft>
          <a:spcPts val="600"/>
        </a:spcAft>
        <a:buFont typeface="Arial" panose="020B0604020202020204" pitchFamily="34" charset="0"/>
        <a:buNone/>
        <a:defRPr sz="1100" kern="1200">
          <a:solidFill>
            <a:schemeClr val="tx1"/>
          </a:solidFill>
          <a:latin typeface="+mn-lt"/>
          <a:ea typeface="+mn-ea"/>
          <a:cs typeface="+mn-cs"/>
        </a:defRPr>
      </a:lvl2pPr>
      <a:lvl3pPr marL="180000" indent="-180000" algn="l" defTabSz="685800" rtl="0" eaLnBrk="1" latinLnBrk="0" hangingPunct="1">
        <a:lnSpc>
          <a:spcPct val="100000"/>
        </a:lnSpc>
        <a:spcBef>
          <a:spcPts val="0"/>
        </a:spcBef>
        <a:spcAft>
          <a:spcPts val="600"/>
        </a:spcAft>
        <a:buClr>
          <a:schemeClr val="accent1"/>
        </a:buClr>
        <a:buFont typeface="Arial" panose="020B0604020202020204" pitchFamily="34" charset="0"/>
        <a:buChar char="•"/>
        <a:defRPr sz="1100" kern="1200">
          <a:solidFill>
            <a:schemeClr val="tx1"/>
          </a:solidFill>
          <a:latin typeface="+mn-lt"/>
          <a:ea typeface="+mn-ea"/>
          <a:cs typeface="+mn-cs"/>
        </a:defRPr>
      </a:lvl3pPr>
      <a:lvl4pPr marL="360000" indent="-180000" algn="l" defTabSz="685800" rtl="0" eaLnBrk="1" latinLnBrk="0" hangingPunct="1">
        <a:lnSpc>
          <a:spcPct val="100000"/>
        </a:lnSpc>
        <a:spcBef>
          <a:spcPts val="0"/>
        </a:spcBef>
        <a:spcAft>
          <a:spcPts val="600"/>
        </a:spcAft>
        <a:buClr>
          <a:schemeClr val="accent1"/>
        </a:buClr>
        <a:buFont typeface="Times New Roman" panose="02020603050405020304" pitchFamily="18" charset="0"/>
        <a:buChar char="–"/>
        <a:defRPr sz="1100" kern="1200">
          <a:solidFill>
            <a:schemeClr val="tx1"/>
          </a:solidFill>
          <a:latin typeface="+mn-lt"/>
          <a:ea typeface="+mn-ea"/>
          <a:cs typeface="+mn-cs"/>
        </a:defRPr>
      </a:lvl4pPr>
      <a:lvl5pPr marL="540000" indent="-180000" algn="l" defTabSz="685800" rtl="0" eaLnBrk="1" latinLnBrk="0" hangingPunct="1">
        <a:lnSpc>
          <a:spcPct val="100000"/>
        </a:lnSpc>
        <a:spcBef>
          <a:spcPts val="0"/>
        </a:spcBef>
        <a:spcAft>
          <a:spcPts val="600"/>
        </a:spcAft>
        <a:buClr>
          <a:schemeClr val="accent1"/>
        </a:buClr>
        <a:buFont typeface="Sofia Pro Light" panose="020B0000000000000000" pitchFamily="34" charset="0"/>
        <a:buChar char="»"/>
        <a:defRPr sz="11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9.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9.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hyperlink" Target="https://doi.org/10.1145/2166896.2166911" TargetMode="External"/><Relationship Id="rId7" Type="http://schemas.openxmlformats.org/officeDocument/2006/relationships/hyperlink" Target="https://doi.org/10.14778/3583140.3583148" TargetMode="External"/><Relationship Id="rId2" Type="http://schemas.openxmlformats.org/officeDocument/2006/relationships/hyperlink" Target="https://doi.org/10.1007/978-3-642-25073-6_18" TargetMode="External"/><Relationship Id="rId1" Type="http://schemas.openxmlformats.org/officeDocument/2006/relationships/slideLayout" Target="../slideLayouts/slideLayout7.xml"/><Relationship Id="rId6" Type="http://schemas.openxmlformats.org/officeDocument/2006/relationships/hyperlink" Target="https://doi.org/10.1007/978-3-030-77385-4_23" TargetMode="External"/><Relationship Id="rId5" Type="http://schemas.openxmlformats.org/officeDocument/2006/relationships/hyperlink" Target="https://doi.org/10.1186/s13326-018-0178-9" TargetMode="External"/><Relationship Id="rId4" Type="http://schemas.openxmlformats.org/officeDocument/2006/relationships/hyperlink" Target="https://doi.org/10.1007/978-3-642-41030-7_38" TargetMode="External"/></Relationships>
</file>

<file path=ppt/slides/_rels/slide15.xml.rels><?xml version="1.0" encoding="UTF-8" standalone="yes"?>
<Relationships xmlns="http://schemas.openxmlformats.org/package/2006/relationships"><Relationship Id="rId8" Type="http://schemas.openxmlformats.org/officeDocument/2006/relationships/hyperlink" Target="mailto:teresa.wang@monash.edu" TargetMode="External"/><Relationship Id="rId3" Type="http://schemas.openxmlformats.org/officeDocument/2006/relationships/image" Target="../media/image6.png"/><Relationship Id="rId7" Type="http://schemas.openxmlformats.org/officeDocument/2006/relationships/hyperlink" Target="mailto:qzc438@gmail.com" TargetMode="External"/><Relationship Id="rId2" Type="http://schemas.openxmlformats.org/officeDocument/2006/relationships/image" Target="../media/image5.png"/><Relationship Id="rId1" Type="http://schemas.openxmlformats.org/officeDocument/2006/relationships/slideLayout" Target="../slideLayouts/slideLayout27.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 Id="rId9" Type="http://schemas.openxmlformats.org/officeDocument/2006/relationships/hyperlink" Target="mailto:kerry.taylor@anu.edu.a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A0BD4-0F07-C942-2D49-C32E896EB52B}"/>
              </a:ext>
            </a:extLst>
          </p:cNvPr>
          <p:cNvSpPr txBox="1">
            <a:spLocks/>
          </p:cNvSpPr>
          <p:nvPr/>
        </p:nvSpPr>
        <p:spPr>
          <a:xfrm>
            <a:off x="334010" y="324000"/>
            <a:ext cx="6626860" cy="1076175"/>
          </a:xfrm>
          <a:prstGeom prst="rect">
            <a:avLst/>
          </a:prstGeom>
        </p:spPr>
        <p:txBody>
          <a:bodyPr/>
          <a:lstStyle>
            <a:lvl1pPr algn="l" defTabSz="685800" rtl="0" eaLnBrk="1" latinLnBrk="0" hangingPunct="1">
              <a:lnSpc>
                <a:spcPct val="80000"/>
              </a:lnSpc>
              <a:spcBef>
                <a:spcPct val="0"/>
              </a:spcBef>
              <a:buNone/>
              <a:defRPr sz="3600" kern="1200">
                <a:solidFill>
                  <a:schemeClr val="accent1"/>
                </a:solidFill>
                <a:latin typeface="+mj-lt"/>
                <a:ea typeface="+mj-ea"/>
                <a:cs typeface="+mj-cs"/>
              </a:defRPr>
            </a:lvl1pPr>
          </a:lstStyle>
          <a:p>
            <a:r>
              <a:rPr lang="en-US" dirty="0"/>
              <a:t>Agent-OM: Leveraging LLM Agents for Ontology Matching</a:t>
            </a:r>
            <a:endParaRPr lang="en-AU" dirty="0"/>
          </a:p>
        </p:txBody>
      </p:sp>
      <p:sp>
        <p:nvSpPr>
          <p:cNvPr id="5" name="Title 1">
            <a:extLst>
              <a:ext uri="{FF2B5EF4-FFF2-40B4-BE49-F238E27FC236}">
                <a16:creationId xmlns:a16="http://schemas.microsoft.com/office/drawing/2014/main" id="{48EB5B73-25DE-08D6-5A97-D61FC235E79A}"/>
              </a:ext>
            </a:extLst>
          </p:cNvPr>
          <p:cNvSpPr txBox="1">
            <a:spLocks/>
          </p:cNvSpPr>
          <p:nvPr/>
        </p:nvSpPr>
        <p:spPr>
          <a:xfrm>
            <a:off x="334010" y="1562251"/>
            <a:ext cx="6832600" cy="388982"/>
          </a:xfrm>
          <a:prstGeom prst="rect">
            <a:avLst/>
          </a:prstGeom>
        </p:spPr>
        <p:txBody>
          <a:bodyPr/>
          <a:lstStyle>
            <a:lvl1pPr algn="l" defTabSz="685800" rtl="0" eaLnBrk="1" latinLnBrk="0" hangingPunct="1">
              <a:lnSpc>
                <a:spcPct val="80000"/>
              </a:lnSpc>
              <a:spcBef>
                <a:spcPct val="0"/>
              </a:spcBef>
              <a:buNone/>
              <a:defRPr sz="3600" kern="1200">
                <a:solidFill>
                  <a:schemeClr val="accent1"/>
                </a:solidFill>
                <a:latin typeface="+mj-lt"/>
                <a:ea typeface="+mj-ea"/>
                <a:cs typeface="+mj-cs"/>
              </a:defRPr>
            </a:lvl1pPr>
          </a:lstStyle>
          <a:p>
            <a:r>
              <a:rPr lang="en-US" sz="2000" dirty="0"/>
              <a:t>Authors: Zhangcheng Qiang, </a:t>
            </a:r>
            <a:r>
              <a:rPr lang="en-US" sz="2000" dirty="0" err="1"/>
              <a:t>Weiqing</a:t>
            </a:r>
            <a:r>
              <a:rPr lang="en-US" sz="2000" dirty="0"/>
              <a:t> Wang, Kerry Taylor </a:t>
            </a:r>
            <a:endParaRPr lang="en-AU" sz="2000" dirty="0"/>
          </a:p>
        </p:txBody>
      </p:sp>
      <p:pic>
        <p:nvPicPr>
          <p:cNvPr id="7" name="Picture 6" descr="A blue circle with white text&#10;&#10;Description automatically generated">
            <a:extLst>
              <a:ext uri="{FF2B5EF4-FFF2-40B4-BE49-F238E27FC236}">
                <a16:creationId xmlns:a16="http://schemas.microsoft.com/office/drawing/2014/main" id="{A12C359D-0411-EC68-D93B-EA57646469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10302" y="3652278"/>
            <a:ext cx="753389" cy="753389"/>
          </a:xfrm>
          <a:prstGeom prst="rect">
            <a:avLst/>
          </a:prstGeom>
        </p:spPr>
      </p:pic>
      <p:pic>
        <p:nvPicPr>
          <p:cNvPr id="9" name="Graphic 8">
            <a:extLst>
              <a:ext uri="{FF2B5EF4-FFF2-40B4-BE49-F238E27FC236}">
                <a16:creationId xmlns:a16="http://schemas.microsoft.com/office/drawing/2014/main" id="{70755DB0-C88F-920F-3E1D-A6636766FDC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6880" y="3729867"/>
            <a:ext cx="2028825" cy="714375"/>
          </a:xfrm>
          <a:prstGeom prst="rect">
            <a:avLst/>
          </a:prstGeom>
        </p:spPr>
      </p:pic>
      <p:pic>
        <p:nvPicPr>
          <p:cNvPr id="11" name="Graphic 10">
            <a:extLst>
              <a:ext uri="{FF2B5EF4-FFF2-40B4-BE49-F238E27FC236}">
                <a16:creationId xmlns:a16="http://schemas.microsoft.com/office/drawing/2014/main" id="{D8601867-1801-67E4-FC18-5C5DAD437ED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053080" y="3768446"/>
            <a:ext cx="2178407" cy="637221"/>
          </a:xfrm>
          <a:prstGeom prst="rect">
            <a:avLst/>
          </a:prstGeom>
        </p:spPr>
      </p:pic>
      <p:sp>
        <p:nvSpPr>
          <p:cNvPr id="12" name="Text Placeholder 5">
            <a:extLst>
              <a:ext uri="{FF2B5EF4-FFF2-40B4-BE49-F238E27FC236}">
                <a16:creationId xmlns:a16="http://schemas.microsoft.com/office/drawing/2014/main" id="{8218AAD6-EE46-4897-7ABD-36CFDE79BA0A}"/>
              </a:ext>
            </a:extLst>
          </p:cNvPr>
          <p:cNvSpPr txBox="1">
            <a:spLocks/>
          </p:cNvSpPr>
          <p:nvPr/>
        </p:nvSpPr>
        <p:spPr>
          <a:xfrm>
            <a:off x="800101" y="2283317"/>
            <a:ext cx="5972176" cy="942740"/>
          </a:xfrm>
          <a:prstGeom prst="rect">
            <a:avLst/>
          </a:prstGeom>
        </p:spPr>
        <p:txBody>
          <a:bodyPr vert="horz" lIns="0" tIns="0" rIns="0" bIns="0" rtlCol="0">
            <a:normAutofit fontScale="92500"/>
          </a:bodyPr>
          <a:lstStyle>
            <a:lvl1pPr marL="0" indent="0" algn="l" defTabSz="685800" rtl="0" eaLnBrk="1" latinLnBrk="0" hangingPunct="1">
              <a:lnSpc>
                <a:spcPct val="80000"/>
              </a:lnSpc>
              <a:spcBef>
                <a:spcPts val="0"/>
              </a:spcBef>
              <a:spcAft>
                <a:spcPts val="2835"/>
              </a:spcAft>
              <a:buFont typeface="Arial" panose="020B0604020202020204" pitchFamily="34" charset="0"/>
              <a:buNone/>
              <a:defRPr sz="6400" b="0" kern="1200" cap="all" baseline="0">
                <a:solidFill>
                  <a:schemeClr val="accent1"/>
                </a:solidFill>
                <a:latin typeface="+mj-lt"/>
                <a:ea typeface="+mn-ea"/>
                <a:cs typeface="+mn-cs"/>
              </a:defRPr>
            </a:lvl1pPr>
            <a:lvl2pPr marL="0" indent="0" algn="l" defTabSz="685800" rtl="0" eaLnBrk="1" latinLnBrk="0" hangingPunct="1">
              <a:lnSpc>
                <a:spcPct val="100000"/>
              </a:lnSpc>
              <a:spcBef>
                <a:spcPts val="0"/>
              </a:spcBef>
              <a:spcAft>
                <a:spcPts val="600"/>
              </a:spcAft>
              <a:buFont typeface="Arial" panose="020B0604020202020204" pitchFamily="34" charset="0"/>
              <a:buNone/>
              <a:defRPr sz="1800" kern="1200">
                <a:solidFill>
                  <a:schemeClr val="accent1"/>
                </a:solidFill>
                <a:latin typeface="+mn-lt"/>
                <a:ea typeface="+mn-ea"/>
                <a:cs typeface="+mn-cs"/>
              </a:defRPr>
            </a:lvl2pPr>
            <a:lvl3pPr marL="180000" indent="-180000" algn="l" defTabSz="685800" rtl="0" eaLnBrk="1" latinLnBrk="0" hangingPunct="1">
              <a:lnSpc>
                <a:spcPct val="100000"/>
              </a:lnSpc>
              <a:spcBef>
                <a:spcPts val="0"/>
              </a:spcBef>
              <a:spcAft>
                <a:spcPts val="600"/>
              </a:spcAft>
              <a:buClr>
                <a:schemeClr val="accent1"/>
              </a:buClr>
              <a:buFont typeface="Arial" panose="020B0604020202020204" pitchFamily="34" charset="0"/>
              <a:buChar char="•"/>
              <a:defRPr sz="1100" kern="1200">
                <a:solidFill>
                  <a:schemeClr val="tx1"/>
                </a:solidFill>
                <a:latin typeface="+mn-lt"/>
                <a:ea typeface="+mn-ea"/>
                <a:cs typeface="+mn-cs"/>
              </a:defRPr>
            </a:lvl3pPr>
            <a:lvl4pPr marL="360000" indent="-180000" algn="l" defTabSz="685800" rtl="0" eaLnBrk="1" latinLnBrk="0" hangingPunct="1">
              <a:lnSpc>
                <a:spcPct val="100000"/>
              </a:lnSpc>
              <a:spcBef>
                <a:spcPts val="0"/>
              </a:spcBef>
              <a:spcAft>
                <a:spcPts val="600"/>
              </a:spcAft>
              <a:buClr>
                <a:schemeClr val="accent1"/>
              </a:buClr>
              <a:buFont typeface="Times New Roman" panose="02020603050405020304" pitchFamily="18" charset="0"/>
              <a:buChar char="–"/>
              <a:defRPr sz="1100" kern="1200">
                <a:solidFill>
                  <a:schemeClr val="tx1"/>
                </a:solidFill>
                <a:latin typeface="+mn-lt"/>
                <a:ea typeface="+mn-ea"/>
                <a:cs typeface="+mn-cs"/>
              </a:defRPr>
            </a:lvl4pPr>
            <a:lvl5pPr marL="540000" indent="-180000" algn="l" defTabSz="685800" rtl="0" eaLnBrk="1" latinLnBrk="0" hangingPunct="1">
              <a:lnSpc>
                <a:spcPct val="100000"/>
              </a:lnSpc>
              <a:spcBef>
                <a:spcPts val="0"/>
              </a:spcBef>
              <a:spcAft>
                <a:spcPts val="600"/>
              </a:spcAft>
              <a:buClr>
                <a:schemeClr val="accent1"/>
              </a:buClr>
              <a:buFont typeface="Sofia Pro Light" panose="020B0000000000000000" pitchFamily="34" charset="0"/>
              <a:buChar char="»"/>
              <a:defRPr sz="11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lvl="1" algn="r"/>
            <a:r>
              <a:rPr lang="en-US" dirty="0">
                <a:solidFill>
                  <a:schemeClr val="tx1"/>
                </a:solidFill>
              </a:rPr>
              <a:t>To appear at 51</a:t>
            </a:r>
            <a:r>
              <a:rPr lang="en-US" baseline="30000" dirty="0">
                <a:solidFill>
                  <a:schemeClr val="tx1"/>
                </a:solidFill>
              </a:rPr>
              <a:t>st</a:t>
            </a:r>
            <a:r>
              <a:rPr lang="en-US" dirty="0">
                <a:solidFill>
                  <a:schemeClr val="tx1"/>
                </a:solidFill>
              </a:rPr>
              <a:t> International Conference on Very Large Data Bases</a:t>
            </a:r>
            <a:endParaRPr lang="en-AU" dirty="0">
              <a:solidFill>
                <a:schemeClr val="tx1"/>
              </a:solidFill>
            </a:endParaRPr>
          </a:p>
          <a:p>
            <a:pPr lvl="1" algn="r"/>
            <a:r>
              <a:rPr lang="en-AU" dirty="0">
                <a:solidFill>
                  <a:schemeClr val="tx1"/>
                </a:solidFill>
              </a:rPr>
              <a:t>Location: London, United Kingdom </a:t>
            </a:r>
          </a:p>
          <a:p>
            <a:pPr lvl="1" algn="r"/>
            <a:r>
              <a:rPr lang="en-AU" dirty="0">
                <a:solidFill>
                  <a:schemeClr val="tx1"/>
                </a:solidFill>
              </a:rPr>
              <a:t>Date: September 1-5, 2025</a:t>
            </a:r>
            <a:endParaRPr lang="en-AU" dirty="0"/>
          </a:p>
        </p:txBody>
      </p:sp>
    </p:spTree>
    <p:extLst>
      <p:ext uri="{BB962C8B-B14F-4D97-AF65-F5344CB8AC3E}">
        <p14:creationId xmlns:p14="http://schemas.microsoft.com/office/powerpoint/2010/main" val="3898389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D4FC1-E840-475C-A99D-71E763F890E2}"/>
              </a:ext>
            </a:extLst>
          </p:cNvPr>
          <p:cNvSpPr>
            <a:spLocks noGrp="1"/>
          </p:cNvSpPr>
          <p:nvPr>
            <p:ph type="title"/>
          </p:nvPr>
        </p:nvSpPr>
        <p:spPr>
          <a:xfrm>
            <a:off x="324000" y="324000"/>
            <a:ext cx="2880000" cy="3144414"/>
          </a:xfrm>
        </p:spPr>
        <p:txBody>
          <a:bodyPr/>
          <a:lstStyle/>
          <a:p>
            <a:r>
              <a:rPr lang="en-AU" dirty="0"/>
              <a:t>Agenda</a:t>
            </a:r>
          </a:p>
        </p:txBody>
      </p:sp>
      <p:graphicFrame>
        <p:nvGraphicFramePr>
          <p:cNvPr id="7" name="Table 7">
            <a:extLst>
              <a:ext uri="{FF2B5EF4-FFF2-40B4-BE49-F238E27FC236}">
                <a16:creationId xmlns:a16="http://schemas.microsoft.com/office/drawing/2014/main" id="{9ED8B41A-874F-4E02-A506-F227B61FD99D}"/>
              </a:ext>
            </a:extLst>
          </p:cNvPr>
          <p:cNvGraphicFramePr>
            <a:graphicFrameLocks noGrp="1"/>
          </p:cNvGraphicFramePr>
          <p:nvPr>
            <p:ph idx="1"/>
            <p:extLst>
              <p:ext uri="{D42A27DB-BD31-4B8C-83A1-F6EECF244321}">
                <p14:modId xmlns:p14="http://schemas.microsoft.com/office/powerpoint/2010/main" val="2143241758"/>
              </p:ext>
            </p:extLst>
          </p:nvPr>
        </p:nvGraphicFramePr>
        <p:xfrm>
          <a:off x="3851275" y="323850"/>
          <a:ext cx="4932363" cy="4032000"/>
        </p:xfrm>
        <a:graphic>
          <a:graphicData uri="http://schemas.openxmlformats.org/drawingml/2006/table">
            <a:tbl>
              <a:tblPr>
                <a:tableStyleId>{2D5ABB26-0587-4C30-8999-92F81FD0307C}</a:tableStyleId>
              </a:tblPr>
              <a:tblGrid>
                <a:gridCol w="794297">
                  <a:extLst>
                    <a:ext uri="{9D8B030D-6E8A-4147-A177-3AD203B41FA5}">
                      <a16:colId xmlns:a16="http://schemas.microsoft.com/office/drawing/2014/main" val="1846873416"/>
                    </a:ext>
                  </a:extLst>
                </a:gridCol>
                <a:gridCol w="3484180">
                  <a:extLst>
                    <a:ext uri="{9D8B030D-6E8A-4147-A177-3AD203B41FA5}">
                      <a16:colId xmlns:a16="http://schemas.microsoft.com/office/drawing/2014/main" val="4186388156"/>
                    </a:ext>
                  </a:extLst>
                </a:gridCol>
                <a:gridCol w="653886">
                  <a:extLst>
                    <a:ext uri="{9D8B030D-6E8A-4147-A177-3AD203B41FA5}">
                      <a16:colId xmlns:a16="http://schemas.microsoft.com/office/drawing/2014/main" val="973080310"/>
                    </a:ext>
                  </a:extLst>
                </a:gridCol>
              </a:tblGrid>
              <a:tr h="576000">
                <a:tc>
                  <a:txBody>
                    <a:bodyPr/>
                    <a:lstStyle/>
                    <a:p>
                      <a:r>
                        <a:rPr lang="en-AU" sz="2000" dirty="0">
                          <a:solidFill>
                            <a:schemeClr val="accent1"/>
                          </a:solidFill>
                        </a:rPr>
                        <a:t>01</a:t>
                      </a:r>
                    </a:p>
                  </a:txBody>
                  <a:tcPr anchor="ctr">
                    <a:lnL>
                      <a:noFill/>
                    </a:lnL>
                    <a:lnR>
                      <a:noFill/>
                    </a:lnR>
                    <a:lnT>
                      <a:noFill/>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AU" sz="2000" dirty="0">
                          <a:solidFill>
                            <a:schemeClr val="tx1"/>
                          </a:solidFill>
                        </a:rPr>
                        <a:t>Introduction</a:t>
                      </a:r>
                    </a:p>
                  </a:txBody>
                  <a:tcPr anchor="ctr">
                    <a:lnL>
                      <a:noFill/>
                    </a:lnL>
                    <a:lnR>
                      <a:noFill/>
                    </a:lnR>
                    <a:lnT>
                      <a:noFill/>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AU" sz="2000" dirty="0">
                          <a:solidFill>
                            <a:schemeClr val="tx1"/>
                          </a:solidFill>
                        </a:rPr>
                        <a:t>03</a:t>
                      </a:r>
                    </a:p>
                  </a:txBody>
                  <a:tcPr anchor="ctr">
                    <a:lnL>
                      <a:noFill/>
                    </a:lnL>
                    <a:lnR>
                      <a:noFill/>
                    </a:lnR>
                    <a:lnT>
                      <a:noFill/>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39625414"/>
                  </a:ext>
                </a:extLst>
              </a:tr>
              <a:tr h="576000">
                <a:tc>
                  <a:txBody>
                    <a:bodyPr/>
                    <a:lstStyle/>
                    <a:p>
                      <a:r>
                        <a:rPr lang="en-AU" sz="2000" dirty="0">
                          <a:solidFill>
                            <a:schemeClr val="accent1"/>
                          </a:solidFill>
                        </a:rPr>
                        <a:t>02</a:t>
                      </a:r>
                    </a:p>
                  </a:txBody>
                  <a:tcPr anchor="ctr">
                    <a:lnL>
                      <a:noFill/>
                    </a:lnL>
                    <a:lnR>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AU" sz="2000" dirty="0">
                          <a:solidFill>
                            <a:schemeClr val="tx1"/>
                          </a:solidFill>
                        </a:rPr>
                        <a:t>Related Work</a:t>
                      </a:r>
                    </a:p>
                  </a:txBody>
                  <a:tcPr anchor="ctr">
                    <a:lnL>
                      <a:noFill/>
                    </a:lnL>
                    <a:lnR>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AU" sz="2000" dirty="0">
                          <a:solidFill>
                            <a:schemeClr val="tx1"/>
                          </a:solidFill>
                        </a:rPr>
                        <a:t>05</a:t>
                      </a:r>
                    </a:p>
                  </a:txBody>
                  <a:tcPr anchor="ctr">
                    <a:lnL>
                      <a:noFill/>
                    </a:lnL>
                    <a:lnR>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7224851"/>
                  </a:ext>
                </a:extLst>
              </a:tr>
              <a:tr h="576000">
                <a:tc>
                  <a:txBody>
                    <a:bodyPr/>
                    <a:lstStyle/>
                    <a:p>
                      <a:r>
                        <a:rPr lang="en-AU" sz="2000" dirty="0">
                          <a:solidFill>
                            <a:schemeClr val="accent1"/>
                          </a:solidFill>
                        </a:rPr>
                        <a:t>03</a:t>
                      </a:r>
                    </a:p>
                  </a:txBody>
                  <a:tcPr anchor="ctr">
                    <a:lnL>
                      <a:noFill/>
                    </a:lnL>
                    <a:lnR>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AU" sz="2000" dirty="0">
                          <a:solidFill>
                            <a:schemeClr val="tx1"/>
                          </a:solidFill>
                        </a:rPr>
                        <a:t>Matching with LLM Agents</a:t>
                      </a:r>
                    </a:p>
                  </a:txBody>
                  <a:tcPr anchor="ctr">
                    <a:lnL>
                      <a:noFill/>
                    </a:lnL>
                    <a:lnR>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AU" sz="2000" dirty="0">
                          <a:solidFill>
                            <a:schemeClr val="tx1"/>
                          </a:solidFill>
                        </a:rPr>
                        <a:t>06</a:t>
                      </a:r>
                    </a:p>
                  </a:txBody>
                  <a:tcPr anchor="ctr">
                    <a:lnL>
                      <a:noFill/>
                    </a:lnL>
                    <a:lnR>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33518895"/>
                  </a:ext>
                </a:extLst>
              </a:tr>
              <a:tr h="576000">
                <a:tc>
                  <a:txBody>
                    <a:bodyPr/>
                    <a:lstStyle/>
                    <a:p>
                      <a:r>
                        <a:rPr lang="en-AU" sz="2000" dirty="0">
                          <a:solidFill>
                            <a:schemeClr val="accent1"/>
                          </a:solidFill>
                        </a:rPr>
                        <a:t>04</a:t>
                      </a:r>
                    </a:p>
                  </a:txBody>
                  <a:tcPr anchor="ctr">
                    <a:lnL>
                      <a:noFill/>
                    </a:lnL>
                    <a:lnR>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AU" sz="2000" dirty="0">
                          <a:solidFill>
                            <a:schemeClr val="tx1"/>
                          </a:solidFill>
                        </a:rPr>
                        <a:t>Implementation Details</a:t>
                      </a:r>
                    </a:p>
                  </a:txBody>
                  <a:tcPr anchor="ctr">
                    <a:lnL>
                      <a:noFill/>
                    </a:lnL>
                    <a:lnR>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AU" sz="2000" dirty="0">
                          <a:solidFill>
                            <a:schemeClr val="tx1"/>
                          </a:solidFill>
                        </a:rPr>
                        <a:t>08</a:t>
                      </a:r>
                    </a:p>
                  </a:txBody>
                  <a:tcPr anchor="ctr">
                    <a:lnL>
                      <a:noFill/>
                    </a:lnL>
                    <a:lnR>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39141862"/>
                  </a:ext>
                </a:extLst>
              </a:tr>
              <a:tr h="576000">
                <a:tc>
                  <a:txBody>
                    <a:bodyPr/>
                    <a:lstStyle/>
                    <a:p>
                      <a:r>
                        <a:rPr lang="en-AU" sz="2000" dirty="0">
                          <a:solidFill>
                            <a:schemeClr val="accent1"/>
                          </a:solidFill>
                        </a:rPr>
                        <a:t>05</a:t>
                      </a:r>
                    </a:p>
                  </a:txBody>
                  <a:tcPr anchor="ctr">
                    <a:lnL>
                      <a:noFill/>
                    </a:lnL>
                    <a:lnR>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AU" sz="2000" dirty="0">
                          <a:solidFill>
                            <a:schemeClr val="tx1"/>
                          </a:solidFill>
                        </a:rPr>
                        <a:t>Evaluation &amp; Ablation Study</a:t>
                      </a:r>
                    </a:p>
                  </a:txBody>
                  <a:tcPr anchor="ctr">
                    <a:lnL>
                      <a:noFill/>
                    </a:lnL>
                    <a:lnR>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AU" sz="2000" dirty="0">
                          <a:solidFill>
                            <a:schemeClr val="tx1"/>
                          </a:solidFill>
                        </a:rPr>
                        <a:t>10</a:t>
                      </a:r>
                    </a:p>
                  </a:txBody>
                  <a:tcPr anchor="ctr">
                    <a:lnL>
                      <a:noFill/>
                    </a:lnL>
                    <a:lnR>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92969204"/>
                  </a:ext>
                </a:extLst>
              </a:tr>
              <a:tr h="576000">
                <a:tc>
                  <a:txBody>
                    <a:bodyPr/>
                    <a:lstStyle/>
                    <a:p>
                      <a:r>
                        <a:rPr lang="en-AU" sz="2000" dirty="0">
                          <a:solidFill>
                            <a:schemeClr val="accent1"/>
                          </a:solidFill>
                        </a:rPr>
                        <a:t>06</a:t>
                      </a:r>
                    </a:p>
                  </a:txBody>
                  <a:tcPr anchor="ctr">
                    <a:lnL>
                      <a:noFill/>
                    </a:lnL>
                    <a:lnR>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AU" sz="2000" dirty="0">
                          <a:solidFill>
                            <a:schemeClr val="tx1"/>
                          </a:solidFill>
                        </a:rPr>
                        <a:t>Discussion &amp; Limitations</a:t>
                      </a:r>
                    </a:p>
                  </a:txBody>
                  <a:tcPr anchor="ctr">
                    <a:lnL>
                      <a:noFill/>
                    </a:lnL>
                    <a:lnR>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AU" sz="2000" dirty="0">
                          <a:solidFill>
                            <a:schemeClr val="tx1"/>
                          </a:solidFill>
                        </a:rPr>
                        <a:t>12</a:t>
                      </a:r>
                    </a:p>
                  </a:txBody>
                  <a:tcPr anchor="ctr">
                    <a:lnL>
                      <a:noFill/>
                    </a:lnL>
                    <a:lnR>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6203907"/>
                  </a:ext>
                </a:extLst>
              </a:tr>
              <a:tr h="576000">
                <a:tc>
                  <a:txBody>
                    <a:bodyPr/>
                    <a:lstStyle/>
                    <a:p>
                      <a:endParaRPr lang="en-AU" sz="2000" dirty="0">
                        <a:solidFill>
                          <a:schemeClr val="accent1"/>
                        </a:solidFill>
                      </a:endParaRPr>
                    </a:p>
                  </a:txBody>
                  <a:tcPr anchor="ctr">
                    <a:lnL>
                      <a:noFill/>
                    </a:lnL>
                    <a:lnR>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AU" sz="2000" dirty="0">
                          <a:solidFill>
                            <a:schemeClr val="tx1"/>
                          </a:solidFill>
                        </a:rPr>
                        <a:t>References</a:t>
                      </a:r>
                    </a:p>
                  </a:txBody>
                  <a:tcPr anchor="ctr">
                    <a:lnL>
                      <a:noFill/>
                    </a:lnL>
                    <a:lnR>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AU" sz="2000" dirty="0">
                          <a:solidFill>
                            <a:schemeClr val="tx1"/>
                          </a:solidFill>
                        </a:rPr>
                        <a:t>14</a:t>
                      </a:r>
                    </a:p>
                  </a:txBody>
                  <a:tcPr anchor="ctr">
                    <a:lnL>
                      <a:noFill/>
                    </a:lnL>
                    <a:lnR>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44138132"/>
                  </a:ext>
                </a:extLst>
              </a:tr>
            </a:tbl>
          </a:graphicData>
        </a:graphic>
      </p:graphicFrame>
      <p:sp>
        <p:nvSpPr>
          <p:cNvPr id="4" name="Footer Placeholder 3">
            <a:extLst>
              <a:ext uri="{FF2B5EF4-FFF2-40B4-BE49-F238E27FC236}">
                <a16:creationId xmlns:a16="http://schemas.microsoft.com/office/drawing/2014/main" id="{1C7F386F-A2C7-46C3-8017-01D1C5E0AD2D}"/>
              </a:ext>
            </a:extLst>
          </p:cNvPr>
          <p:cNvSpPr>
            <a:spLocks noGrp="1"/>
          </p:cNvSpPr>
          <p:nvPr>
            <p:ph type="ftr" sz="quarter" idx="11"/>
          </p:nvPr>
        </p:nvSpPr>
        <p:spPr>
          <a:xfrm>
            <a:off x="844200" y="4914000"/>
            <a:ext cx="4320000" cy="108000"/>
          </a:xfrm>
        </p:spPr>
        <p:txBody>
          <a:bodyPr/>
          <a:lstStyle/>
          <a:p>
            <a:r>
              <a:rPr lang="en-US" dirty="0"/>
              <a:t>ANU SCHOOL OF COMPUTING  |   Agent-OM: Leveraging LLM Agents for Ontology Matching</a:t>
            </a:r>
          </a:p>
          <a:p>
            <a:endParaRPr lang="en-AU" dirty="0"/>
          </a:p>
        </p:txBody>
      </p:sp>
      <p:sp>
        <p:nvSpPr>
          <p:cNvPr id="5" name="Slide Number Placeholder 4">
            <a:extLst>
              <a:ext uri="{FF2B5EF4-FFF2-40B4-BE49-F238E27FC236}">
                <a16:creationId xmlns:a16="http://schemas.microsoft.com/office/drawing/2014/main" id="{2C984552-6D96-45E3-BE0B-C9F35561CAAE}"/>
              </a:ext>
            </a:extLst>
          </p:cNvPr>
          <p:cNvSpPr>
            <a:spLocks noGrp="1"/>
          </p:cNvSpPr>
          <p:nvPr>
            <p:ph type="sldNum" sz="quarter" idx="12"/>
          </p:nvPr>
        </p:nvSpPr>
        <p:spPr>
          <a:xfrm>
            <a:off x="324000" y="4914000"/>
            <a:ext cx="360000" cy="108000"/>
          </a:xfrm>
        </p:spPr>
        <p:txBody>
          <a:bodyPr/>
          <a:lstStyle/>
          <a:p>
            <a:fld id="{10A01DC5-1685-4615-8240-15192985C6A2}" type="slidenum">
              <a:rPr lang="en-AU" smtClean="0"/>
              <a:pPr/>
              <a:t>2</a:t>
            </a:fld>
            <a:endParaRPr lang="en-AU"/>
          </a:p>
        </p:txBody>
      </p:sp>
    </p:spTree>
    <p:extLst>
      <p:ext uri="{BB962C8B-B14F-4D97-AF65-F5344CB8AC3E}">
        <p14:creationId xmlns:p14="http://schemas.microsoft.com/office/powerpoint/2010/main" val="2114100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011F82E-DB1F-4ECC-B637-B7774EFBDA8D}"/>
              </a:ext>
            </a:extLst>
          </p:cNvPr>
          <p:cNvSpPr>
            <a:spLocks noGrp="1"/>
          </p:cNvSpPr>
          <p:nvPr>
            <p:ph type="ftr" sz="quarter" idx="11"/>
          </p:nvPr>
        </p:nvSpPr>
        <p:spPr>
          <a:xfrm>
            <a:off x="844200" y="4914000"/>
            <a:ext cx="4320000" cy="108000"/>
          </a:xfrm>
        </p:spPr>
        <p:txBody>
          <a:bodyPr/>
          <a:lstStyle/>
          <a:p>
            <a:r>
              <a:rPr lang="en-US" dirty="0"/>
              <a:t>ANU SCHOOL OF COMPUTING  |   Agent-OM: Leveraging LLM Agents for Ontology Matching</a:t>
            </a:r>
          </a:p>
          <a:p>
            <a:endParaRPr lang="en-AU" dirty="0"/>
          </a:p>
        </p:txBody>
      </p:sp>
      <p:sp>
        <p:nvSpPr>
          <p:cNvPr id="5" name="Slide Number Placeholder 4">
            <a:extLst>
              <a:ext uri="{FF2B5EF4-FFF2-40B4-BE49-F238E27FC236}">
                <a16:creationId xmlns:a16="http://schemas.microsoft.com/office/drawing/2014/main" id="{B9AA64DA-1709-49F5-8FEC-EB4B418BA4AD}"/>
              </a:ext>
            </a:extLst>
          </p:cNvPr>
          <p:cNvSpPr>
            <a:spLocks noGrp="1"/>
          </p:cNvSpPr>
          <p:nvPr>
            <p:ph type="sldNum" sz="quarter" idx="12"/>
          </p:nvPr>
        </p:nvSpPr>
        <p:spPr>
          <a:xfrm>
            <a:off x="324000" y="4914000"/>
            <a:ext cx="360000" cy="108000"/>
          </a:xfrm>
        </p:spPr>
        <p:txBody>
          <a:bodyPr/>
          <a:lstStyle/>
          <a:p>
            <a:fld id="{10A01DC5-1685-4615-8240-15192985C6A2}" type="slidenum">
              <a:rPr lang="en-AU" smtClean="0"/>
              <a:pPr/>
              <a:t>3</a:t>
            </a:fld>
            <a:endParaRPr lang="en-AU"/>
          </a:p>
        </p:txBody>
      </p:sp>
      <p:sp>
        <p:nvSpPr>
          <p:cNvPr id="9" name="TextBox 8">
            <a:extLst>
              <a:ext uri="{FF2B5EF4-FFF2-40B4-BE49-F238E27FC236}">
                <a16:creationId xmlns:a16="http://schemas.microsoft.com/office/drawing/2014/main" id="{C251C958-9FE2-179A-0761-4EEE14C4DE08}"/>
              </a:ext>
            </a:extLst>
          </p:cNvPr>
          <p:cNvSpPr txBox="1"/>
          <p:nvPr/>
        </p:nvSpPr>
        <p:spPr>
          <a:xfrm>
            <a:off x="263989" y="912919"/>
            <a:ext cx="8351371" cy="1246495"/>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AU" b="0" i="0" u="none" strike="noStrike" kern="1200" cap="none" spc="0" normalizeH="0" baseline="0" noProof="0" dirty="0">
                <a:ln>
                  <a:noFill/>
                </a:ln>
                <a:solidFill>
                  <a:srgbClr val="BE830E"/>
                </a:solidFill>
                <a:effectLst/>
                <a:uLnTx/>
                <a:uFillTx/>
                <a:latin typeface="Public Sans"/>
                <a:ea typeface="+mn-ea"/>
                <a:cs typeface="+mn-cs"/>
              </a:rPr>
              <a:t>Limitations of Large Language Models (LLMs):</a:t>
            </a: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LLMs are pre-trained models that do not capture late-breaking information.</a:t>
            </a: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LLM hallucinations are often observed in domain-specific tasks and hamper their reliability.</a:t>
            </a: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LLMs have shown limited capabilities in non-linguistic tasks.</a:t>
            </a:r>
            <a:endParaRPr kumimoji="0" lang="en-AU" sz="1400" b="0" i="0" u="none" strike="noStrike" kern="1200" cap="none" spc="0" normalizeH="0" baseline="0" noProof="0" dirty="0">
              <a:ln>
                <a:noFill/>
              </a:ln>
              <a:solidFill>
                <a:prstClr val="black"/>
              </a:solidFill>
              <a:effectLst/>
              <a:uLnTx/>
              <a:uFillTx/>
              <a:latin typeface="Public Sans Light"/>
              <a:ea typeface="+mn-ea"/>
              <a:cs typeface="+mn-cs"/>
            </a:endParaRPr>
          </a:p>
        </p:txBody>
      </p:sp>
      <p:sp>
        <p:nvSpPr>
          <p:cNvPr id="13" name="TextBox 12">
            <a:extLst>
              <a:ext uri="{FF2B5EF4-FFF2-40B4-BE49-F238E27FC236}">
                <a16:creationId xmlns:a16="http://schemas.microsoft.com/office/drawing/2014/main" id="{45C7A10C-0DC6-B043-C29C-EF1A16A3DBC4}"/>
              </a:ext>
            </a:extLst>
          </p:cNvPr>
          <p:cNvSpPr txBox="1"/>
          <p:nvPr/>
        </p:nvSpPr>
        <p:spPr>
          <a:xfrm>
            <a:off x="283993" y="2281134"/>
            <a:ext cx="8351370" cy="2416046"/>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AU" b="0" i="0" u="none" strike="noStrike" kern="1200" cap="none" spc="0" normalizeH="0" baseline="0" noProof="0" dirty="0">
                <a:ln>
                  <a:noFill/>
                </a:ln>
                <a:solidFill>
                  <a:srgbClr val="BE830E"/>
                </a:solidFill>
                <a:effectLst/>
                <a:uLnTx/>
                <a:uFillTx/>
                <a:latin typeface="Public Sans"/>
                <a:ea typeface="+mn-ea"/>
                <a:cs typeface="+mn-cs"/>
              </a:rPr>
              <a:t>Why We need LLM Agents?</a:t>
            </a: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Planning breaks down a complex task into simpler and more manageable subtasks. </a:t>
            </a:r>
            <a:endParaRPr lang="en-US" sz="1400" dirty="0">
              <a:solidFill>
                <a:prstClr val="black"/>
              </a:solidFill>
              <a:latin typeface="Public Sans Light"/>
            </a:endParaRPr>
          </a:p>
          <a:p>
            <a:pPr marL="0" marR="0" lvl="2" algn="l" defTabSz="685800" rtl="0" eaLnBrk="1" fontAlgn="auto" latinLnBrk="0" hangingPunct="1">
              <a:lnSpc>
                <a:spcPct val="100000"/>
              </a:lnSpc>
              <a:spcBef>
                <a:spcPts val="0"/>
              </a:spcBef>
              <a:spcAft>
                <a:spcPts val="600"/>
              </a:spcAft>
              <a:buClr>
                <a:srgbClr val="BE830E"/>
              </a:buClr>
              <a:buSzTx/>
              <a:tabLst/>
              <a:defRPr/>
            </a:pPr>
            <a:r>
              <a:rPr lang="en-US" sz="1400" dirty="0">
                <a:solidFill>
                  <a:prstClr val="black"/>
                </a:solidFill>
                <a:latin typeface="Public Sans Light"/>
              </a:rPr>
              <a:t>       =&gt;  Chain of Thought (</a:t>
            </a:r>
            <a:r>
              <a:rPr lang="en-US" sz="1400" dirty="0" err="1">
                <a:solidFill>
                  <a:prstClr val="black"/>
                </a:solidFill>
                <a:latin typeface="Public Sans Light"/>
              </a:rPr>
              <a:t>CoT</a:t>
            </a:r>
            <a:r>
              <a:rPr lang="en-US" sz="1400" dirty="0">
                <a:solidFill>
                  <a:prstClr val="black"/>
                </a:solidFill>
                <a:latin typeface="Public Sans Light"/>
              </a:rPr>
              <a:t>) </a:t>
            </a:r>
            <a:endParaRPr kumimoji="0" lang="en-US" sz="1400" b="0" i="0" u="none" strike="noStrike" kern="1200" cap="none" spc="0" normalizeH="0" baseline="0" noProof="0" dirty="0">
              <a:ln>
                <a:noFill/>
              </a:ln>
              <a:solidFill>
                <a:prstClr val="black"/>
              </a:solidFill>
              <a:effectLst/>
              <a:uLnTx/>
              <a:uFillTx/>
              <a:latin typeface="Public Sans Light"/>
              <a:ea typeface="+mn-ea"/>
              <a:cs typeface="+mn-cs"/>
            </a:endParaRP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Tools allow LLMs to call external resources for additional information.</a:t>
            </a:r>
            <a:endParaRPr lang="en-US" sz="1400" noProof="0" dirty="0">
              <a:solidFill>
                <a:prstClr val="black"/>
              </a:solidFill>
              <a:latin typeface="Public Sans Light"/>
            </a:endParaRPr>
          </a:p>
          <a:p>
            <a:pPr marL="0" marR="0" lvl="2" algn="l" defTabSz="685800" rtl="0" eaLnBrk="1" fontAlgn="auto" latinLnBrk="0" hangingPunct="1">
              <a:lnSpc>
                <a:spcPct val="100000"/>
              </a:lnSpc>
              <a:spcBef>
                <a:spcPts val="0"/>
              </a:spcBef>
              <a:spcAft>
                <a:spcPts val="600"/>
              </a:spcAft>
              <a:buClr>
                <a:srgbClr val="BE830E"/>
              </a:buClr>
              <a:buSzTx/>
              <a:tabLst/>
              <a:defRPr/>
            </a:pPr>
            <a:r>
              <a:rPr kumimoji="0" lang="en-US" sz="1400" b="0" i="0" u="none" strike="noStrike" kern="1200" cap="none" spc="0" normalizeH="0" baseline="0" dirty="0">
                <a:ln>
                  <a:noFill/>
                </a:ln>
                <a:solidFill>
                  <a:prstClr val="black"/>
                </a:solidFill>
                <a:effectLst/>
                <a:uLnTx/>
                <a:uFillTx/>
                <a:latin typeface="Public Sans Light"/>
                <a:ea typeface="+mn-ea"/>
                <a:cs typeface="+mn-cs"/>
              </a:rPr>
              <a:t>       </a:t>
            </a: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=&gt;  Function </a:t>
            </a:r>
            <a:r>
              <a:rPr lang="en-US" sz="1400" dirty="0">
                <a:solidFill>
                  <a:prstClr val="black"/>
                </a:solidFill>
                <a:latin typeface="Public Sans Light"/>
              </a:rPr>
              <a:t>C</a:t>
            </a:r>
            <a:r>
              <a:rPr kumimoji="0" lang="en-US" sz="1400" b="0" i="0" u="none" strike="noStrike" kern="1200" cap="none" spc="0" normalizeH="0" baseline="0" noProof="0" dirty="0" err="1">
                <a:ln>
                  <a:noFill/>
                </a:ln>
                <a:solidFill>
                  <a:prstClr val="black"/>
                </a:solidFill>
                <a:effectLst/>
                <a:uLnTx/>
                <a:uFillTx/>
                <a:latin typeface="Public Sans Light"/>
                <a:ea typeface="+mn-ea"/>
                <a:cs typeface="+mn-cs"/>
              </a:rPr>
              <a:t>alling</a:t>
            </a: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 (FC)</a:t>
            </a: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Memory provides context to inherently stateless LLMs. </a:t>
            </a:r>
          </a:p>
          <a:p>
            <a:pPr marL="0" marR="0" lvl="2" algn="l" defTabSz="685800" rtl="0" eaLnBrk="1" fontAlgn="auto" latinLnBrk="0" hangingPunct="1">
              <a:lnSpc>
                <a:spcPct val="100000"/>
              </a:lnSpc>
              <a:spcBef>
                <a:spcPts val="0"/>
              </a:spcBef>
              <a:spcAft>
                <a:spcPts val="600"/>
              </a:spcAft>
              <a:buClr>
                <a:srgbClr val="BE830E"/>
              </a:buClr>
              <a:buSzTx/>
              <a:tabLst/>
              <a:defRPr/>
            </a:pPr>
            <a:r>
              <a:rPr lang="en-US" sz="1400" dirty="0">
                <a:solidFill>
                  <a:prstClr val="black"/>
                </a:solidFill>
                <a:latin typeface="Public Sans Light"/>
              </a:rPr>
              <a:t>       </a:t>
            </a: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=&gt;  Long-term Memory: In-context </a:t>
            </a:r>
            <a:r>
              <a:rPr lang="en-US" sz="1400" dirty="0">
                <a:solidFill>
                  <a:prstClr val="black"/>
                </a:solidFill>
                <a:latin typeface="Public Sans Light"/>
              </a:rPr>
              <a:t>L</a:t>
            </a: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earning (ICL) </a:t>
            </a:r>
          </a:p>
          <a:p>
            <a:pPr marL="0" marR="0" lvl="2" algn="l" defTabSz="685800" rtl="0" eaLnBrk="1" fontAlgn="auto" latinLnBrk="0" hangingPunct="1">
              <a:lnSpc>
                <a:spcPct val="100000"/>
              </a:lnSpc>
              <a:spcBef>
                <a:spcPts val="0"/>
              </a:spcBef>
              <a:spcAft>
                <a:spcPts val="600"/>
              </a:spcAft>
              <a:buClr>
                <a:srgbClr val="BE830E"/>
              </a:buClr>
              <a:buSzTx/>
              <a:tabLst/>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       =&gt;  Short-term Memory: Retrieval-Augmented </a:t>
            </a:r>
            <a:r>
              <a:rPr lang="en-US" sz="1400" dirty="0">
                <a:solidFill>
                  <a:prstClr val="black"/>
                </a:solidFill>
                <a:latin typeface="Public Sans Light"/>
              </a:rPr>
              <a:t>G</a:t>
            </a:r>
            <a:r>
              <a:rPr kumimoji="0" lang="en-US" sz="1400" b="0" i="0" u="none" strike="noStrike" kern="1200" cap="none" spc="0" normalizeH="0" baseline="0" noProof="0" dirty="0" err="1">
                <a:ln>
                  <a:noFill/>
                </a:ln>
                <a:solidFill>
                  <a:prstClr val="black"/>
                </a:solidFill>
                <a:effectLst/>
                <a:uLnTx/>
                <a:uFillTx/>
                <a:latin typeface="Public Sans Light"/>
                <a:ea typeface="+mn-ea"/>
                <a:cs typeface="+mn-cs"/>
              </a:rPr>
              <a:t>eneration</a:t>
            </a: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 (RAG)</a:t>
            </a:r>
          </a:p>
        </p:txBody>
      </p:sp>
      <p:sp>
        <p:nvSpPr>
          <p:cNvPr id="3" name="Text Placeholder 10">
            <a:extLst>
              <a:ext uri="{FF2B5EF4-FFF2-40B4-BE49-F238E27FC236}">
                <a16:creationId xmlns:a16="http://schemas.microsoft.com/office/drawing/2014/main" id="{21A58E74-F61A-C9D4-2F70-B0E5FE987427}"/>
              </a:ext>
            </a:extLst>
          </p:cNvPr>
          <p:cNvSpPr txBox="1">
            <a:spLocks/>
          </p:cNvSpPr>
          <p:nvPr/>
        </p:nvSpPr>
        <p:spPr>
          <a:xfrm>
            <a:off x="283993" y="283111"/>
            <a:ext cx="8311364" cy="508088"/>
          </a:xfrm>
          <a:prstGeom prst="rect">
            <a:avLst/>
          </a:prstGeom>
        </p:spPr>
        <p:txBody>
          <a:bodyPr vert="horz" lIns="0" tIns="0" rIns="0" bIns="0" rtlCol="0">
            <a:normAutofit/>
          </a:bodyPr>
          <a:lstStyle>
            <a:lvl1pPr marL="0" indent="0" algn="l" defTabSz="685800" rtl="0" eaLnBrk="1" latinLnBrk="0" hangingPunct="1">
              <a:lnSpc>
                <a:spcPct val="80000"/>
              </a:lnSpc>
              <a:spcBef>
                <a:spcPts val="0"/>
              </a:spcBef>
              <a:spcAft>
                <a:spcPts val="1800"/>
              </a:spcAft>
              <a:buFont typeface="Arial" panose="020B0604020202020204" pitchFamily="34" charset="0"/>
              <a:buNone/>
              <a:defRPr sz="3600" b="0" kern="1200">
                <a:solidFill>
                  <a:schemeClr val="accent1"/>
                </a:solidFill>
                <a:latin typeface="+mj-lt"/>
                <a:ea typeface="+mn-ea"/>
                <a:cs typeface="+mn-cs"/>
              </a:defRPr>
            </a:lvl1pPr>
            <a:lvl2pPr marL="0" indent="0" algn="l" defTabSz="685800" rtl="0" eaLnBrk="1" latinLnBrk="0" hangingPunct="1">
              <a:lnSpc>
                <a:spcPct val="100000"/>
              </a:lnSpc>
              <a:spcBef>
                <a:spcPts val="0"/>
              </a:spcBef>
              <a:spcAft>
                <a:spcPts val="600"/>
              </a:spcAft>
              <a:buFont typeface="Arial" panose="020B0604020202020204" pitchFamily="34" charset="0"/>
              <a:buNone/>
              <a:defRPr sz="1800" kern="1200">
                <a:solidFill>
                  <a:schemeClr val="accent1"/>
                </a:solidFill>
                <a:latin typeface="+mn-lt"/>
                <a:ea typeface="+mn-ea"/>
                <a:cs typeface="+mn-cs"/>
              </a:defRPr>
            </a:lvl2pPr>
            <a:lvl3pPr marL="180000" indent="-180000" algn="l" defTabSz="685800" rtl="0" eaLnBrk="1" latinLnBrk="0" hangingPunct="1">
              <a:lnSpc>
                <a:spcPct val="100000"/>
              </a:lnSpc>
              <a:spcBef>
                <a:spcPts val="0"/>
              </a:spcBef>
              <a:spcAft>
                <a:spcPts val="600"/>
              </a:spcAft>
              <a:buClr>
                <a:schemeClr val="accent1"/>
              </a:buClr>
              <a:buFont typeface="Arial" panose="020B0604020202020204" pitchFamily="34" charset="0"/>
              <a:buChar char="•"/>
              <a:defRPr sz="3600" kern="1200">
                <a:solidFill>
                  <a:schemeClr val="tx1"/>
                </a:solidFill>
                <a:latin typeface="+mn-lt"/>
                <a:ea typeface="+mn-ea"/>
                <a:cs typeface="+mn-cs"/>
              </a:defRPr>
            </a:lvl3pPr>
            <a:lvl4pPr marL="360000" indent="-180000" algn="l" defTabSz="685800" rtl="0" eaLnBrk="1" latinLnBrk="0" hangingPunct="1">
              <a:lnSpc>
                <a:spcPct val="100000"/>
              </a:lnSpc>
              <a:spcBef>
                <a:spcPts val="0"/>
              </a:spcBef>
              <a:spcAft>
                <a:spcPts val="600"/>
              </a:spcAft>
              <a:buClr>
                <a:schemeClr val="accent1"/>
              </a:buClr>
              <a:buFont typeface="Times New Roman" panose="02020603050405020304" pitchFamily="18" charset="0"/>
              <a:buChar char="–"/>
              <a:defRPr sz="3600" kern="1200">
                <a:solidFill>
                  <a:schemeClr val="tx1"/>
                </a:solidFill>
                <a:latin typeface="+mn-lt"/>
                <a:ea typeface="+mn-ea"/>
                <a:cs typeface="+mn-cs"/>
              </a:defRPr>
            </a:lvl4pPr>
            <a:lvl5pPr marL="540000" indent="-180000" algn="l" defTabSz="685800" rtl="0" eaLnBrk="1" latinLnBrk="0" hangingPunct="1">
              <a:lnSpc>
                <a:spcPct val="100000"/>
              </a:lnSpc>
              <a:spcBef>
                <a:spcPts val="0"/>
              </a:spcBef>
              <a:spcAft>
                <a:spcPts val="600"/>
              </a:spcAft>
              <a:buClr>
                <a:schemeClr val="accent1"/>
              </a:buClr>
              <a:buFont typeface="Sofia Pro Light" panose="020B0000000000000000" pitchFamily="34" charset="0"/>
              <a:buChar char="»"/>
              <a:defRPr sz="3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01 Introduction</a:t>
            </a:r>
          </a:p>
        </p:txBody>
      </p:sp>
    </p:spTree>
    <p:extLst>
      <p:ext uri="{BB962C8B-B14F-4D97-AF65-F5344CB8AC3E}">
        <p14:creationId xmlns:p14="http://schemas.microsoft.com/office/powerpoint/2010/main" val="4168804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011F82E-DB1F-4ECC-B637-B7774EFBDA8D}"/>
              </a:ext>
            </a:extLst>
          </p:cNvPr>
          <p:cNvSpPr>
            <a:spLocks noGrp="1"/>
          </p:cNvSpPr>
          <p:nvPr>
            <p:ph type="ftr" sz="quarter" idx="11"/>
          </p:nvPr>
        </p:nvSpPr>
        <p:spPr>
          <a:xfrm>
            <a:off x="844200" y="4914000"/>
            <a:ext cx="4320000" cy="108000"/>
          </a:xfrm>
        </p:spPr>
        <p:txBody>
          <a:bodyPr/>
          <a:lstStyle/>
          <a:p>
            <a:r>
              <a:rPr lang="en-US" dirty="0"/>
              <a:t>ANU SCHOOL OF COMPUTING  |   Agent-OM: Leveraging LLM Agents for Ontology Matching</a:t>
            </a:r>
          </a:p>
          <a:p>
            <a:endParaRPr lang="en-AU" dirty="0"/>
          </a:p>
        </p:txBody>
      </p:sp>
      <p:sp>
        <p:nvSpPr>
          <p:cNvPr id="5" name="Slide Number Placeholder 4">
            <a:extLst>
              <a:ext uri="{FF2B5EF4-FFF2-40B4-BE49-F238E27FC236}">
                <a16:creationId xmlns:a16="http://schemas.microsoft.com/office/drawing/2014/main" id="{B9AA64DA-1709-49F5-8FEC-EB4B418BA4AD}"/>
              </a:ext>
            </a:extLst>
          </p:cNvPr>
          <p:cNvSpPr>
            <a:spLocks noGrp="1"/>
          </p:cNvSpPr>
          <p:nvPr>
            <p:ph type="sldNum" sz="quarter" idx="12"/>
          </p:nvPr>
        </p:nvSpPr>
        <p:spPr>
          <a:xfrm>
            <a:off x="324000" y="4914000"/>
            <a:ext cx="360000" cy="108000"/>
          </a:xfrm>
        </p:spPr>
        <p:txBody>
          <a:bodyPr/>
          <a:lstStyle/>
          <a:p>
            <a:fld id="{10A01DC5-1685-4615-8240-15192985C6A2}" type="slidenum">
              <a:rPr lang="en-AU" smtClean="0"/>
              <a:pPr/>
              <a:t>4</a:t>
            </a:fld>
            <a:endParaRPr lang="en-AU"/>
          </a:p>
        </p:txBody>
      </p:sp>
      <p:sp>
        <p:nvSpPr>
          <p:cNvPr id="9" name="TextBox 8">
            <a:extLst>
              <a:ext uri="{FF2B5EF4-FFF2-40B4-BE49-F238E27FC236}">
                <a16:creationId xmlns:a16="http://schemas.microsoft.com/office/drawing/2014/main" id="{C251C958-9FE2-179A-0761-4EEE14C4DE08}"/>
              </a:ext>
            </a:extLst>
          </p:cNvPr>
          <p:cNvSpPr txBox="1"/>
          <p:nvPr/>
        </p:nvSpPr>
        <p:spPr>
          <a:xfrm>
            <a:off x="6350" y="794676"/>
            <a:ext cx="9137650" cy="1538883"/>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AU" dirty="0">
                <a:solidFill>
                  <a:srgbClr val="BE830E"/>
                </a:solidFill>
                <a:latin typeface="Public Sans"/>
              </a:rPr>
              <a:t>Key Features</a:t>
            </a:r>
            <a:r>
              <a:rPr kumimoji="0" lang="en-AU" b="0" i="0" u="none" strike="noStrike" kern="1200" cap="none" spc="0" normalizeH="0" baseline="0" noProof="0" dirty="0">
                <a:ln>
                  <a:noFill/>
                </a:ln>
                <a:solidFill>
                  <a:srgbClr val="BE830E"/>
                </a:solidFill>
                <a:effectLst/>
                <a:uLnTx/>
                <a:uFillTx/>
                <a:latin typeface="Public Sans"/>
                <a:ea typeface="+mn-ea"/>
                <a:cs typeface="+mn-cs"/>
              </a:rPr>
              <a:t>:</a:t>
            </a: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A LLM acts as a central “brain” to link different modules and instruct their functions via prompt engineering</a:t>
            </a: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A pair of planning modules use </a:t>
            </a:r>
            <a:r>
              <a:rPr kumimoji="0" lang="en-US" sz="1400" b="0" i="0" u="none" strike="noStrike" kern="1200" cap="none" spc="0" normalizeH="0" baseline="0" noProof="0" dirty="0" err="1">
                <a:ln>
                  <a:noFill/>
                </a:ln>
                <a:solidFill>
                  <a:prstClr val="black"/>
                </a:solidFill>
                <a:effectLst/>
                <a:uLnTx/>
                <a:uFillTx/>
                <a:latin typeface="Public Sans Light"/>
                <a:ea typeface="+mn-ea"/>
                <a:cs typeface="+mn-cs"/>
              </a:rPr>
              <a:t>CoT</a:t>
            </a: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 for OM decomposition</a:t>
            </a: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A set of OM tools use ICL/RAG to mitigate LLM hallucinations</a:t>
            </a: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A shared memory module uses dialogue and hybrid data storage to support the search and retrieval of entity mappings.</a:t>
            </a:r>
            <a:endParaRPr kumimoji="0" lang="en-AU" sz="1400" b="0" i="0" u="none" strike="noStrike" kern="1200" cap="none" spc="0" normalizeH="0" baseline="0" noProof="0" dirty="0">
              <a:ln>
                <a:noFill/>
              </a:ln>
              <a:solidFill>
                <a:prstClr val="black"/>
              </a:solidFill>
              <a:effectLst/>
              <a:uLnTx/>
              <a:uFillTx/>
              <a:latin typeface="Public Sans Light"/>
              <a:ea typeface="+mn-ea"/>
              <a:cs typeface="+mn-cs"/>
            </a:endParaRPr>
          </a:p>
        </p:txBody>
      </p:sp>
      <p:sp>
        <p:nvSpPr>
          <p:cNvPr id="3" name="TextBox 2">
            <a:extLst>
              <a:ext uri="{FF2B5EF4-FFF2-40B4-BE49-F238E27FC236}">
                <a16:creationId xmlns:a16="http://schemas.microsoft.com/office/drawing/2014/main" id="{C239313C-C9AE-CDC0-91C3-7D2B596A4295}"/>
              </a:ext>
            </a:extLst>
          </p:cNvPr>
          <p:cNvSpPr txBox="1"/>
          <p:nvPr/>
        </p:nvSpPr>
        <p:spPr>
          <a:xfrm>
            <a:off x="6350" y="2328122"/>
            <a:ext cx="9137650" cy="1246495"/>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AU" dirty="0">
                <a:solidFill>
                  <a:srgbClr val="BE830E"/>
                </a:solidFill>
                <a:latin typeface="Public Sans"/>
              </a:rPr>
              <a:t>Advances</a:t>
            </a:r>
            <a:r>
              <a:rPr kumimoji="0" lang="en-AU" b="0" i="0" u="none" strike="noStrike" kern="1200" cap="none" spc="0" normalizeH="0" baseline="0" noProof="0" dirty="0">
                <a:ln>
                  <a:noFill/>
                </a:ln>
                <a:solidFill>
                  <a:srgbClr val="BE830E"/>
                </a:solidFill>
                <a:effectLst/>
                <a:uLnTx/>
                <a:uFillTx/>
                <a:latin typeface="Public Sans"/>
                <a:ea typeface="+mn-ea"/>
                <a:cs typeface="+mn-cs"/>
              </a:rPr>
              <a:t>:</a:t>
            </a: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Cost effective entity information retrieval</a:t>
            </a: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lang="en-US" sz="1400" dirty="0">
                <a:solidFill>
                  <a:prstClr val="black"/>
                </a:solidFill>
                <a:latin typeface="Public Sans Light"/>
              </a:rPr>
              <a:t>M</a:t>
            </a:r>
            <a:r>
              <a:rPr kumimoji="0" lang="en-US" sz="1400" b="0" i="0" u="none" strike="noStrike" kern="1200" cap="none" spc="0" normalizeH="0" baseline="0" noProof="0" dirty="0" err="1">
                <a:ln>
                  <a:noFill/>
                </a:ln>
                <a:solidFill>
                  <a:prstClr val="black"/>
                </a:solidFill>
                <a:effectLst/>
                <a:uLnTx/>
                <a:uFillTx/>
                <a:latin typeface="Public Sans Light"/>
                <a:ea typeface="+mn-ea"/>
                <a:cs typeface="+mn-cs"/>
              </a:rPr>
              <a:t>atching</a:t>
            </a: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 candidate selection</a:t>
            </a: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lang="en-US" sz="1400" dirty="0">
                <a:solidFill>
                  <a:prstClr val="black"/>
                </a:solidFill>
                <a:latin typeface="Public Sans Light"/>
              </a:rPr>
              <a:t>S</a:t>
            </a:r>
            <a:r>
              <a:rPr kumimoji="0" lang="en-US" sz="1400" b="0" i="0" u="none" strike="noStrike" kern="1200" cap="none" spc="0" normalizeH="0" baseline="0" noProof="0" dirty="0" err="1">
                <a:ln>
                  <a:noFill/>
                </a:ln>
                <a:solidFill>
                  <a:prstClr val="black"/>
                </a:solidFill>
                <a:effectLst/>
                <a:uLnTx/>
                <a:uFillTx/>
                <a:latin typeface="Public Sans Light"/>
                <a:ea typeface="+mn-ea"/>
                <a:cs typeface="+mn-cs"/>
              </a:rPr>
              <a:t>earch</a:t>
            </a: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-based matching functions</a:t>
            </a:r>
            <a:endParaRPr kumimoji="0" lang="en-AU" sz="1400" b="0" i="0" u="none" strike="noStrike" kern="1200" cap="none" spc="0" normalizeH="0" baseline="0" noProof="0" dirty="0">
              <a:ln>
                <a:noFill/>
              </a:ln>
              <a:solidFill>
                <a:prstClr val="black"/>
              </a:solidFill>
              <a:effectLst/>
              <a:uLnTx/>
              <a:uFillTx/>
              <a:latin typeface="Public Sans Light"/>
              <a:ea typeface="+mn-ea"/>
              <a:cs typeface="+mn-cs"/>
            </a:endParaRPr>
          </a:p>
        </p:txBody>
      </p:sp>
      <p:sp>
        <p:nvSpPr>
          <p:cNvPr id="6" name="TextBox 5">
            <a:extLst>
              <a:ext uri="{FF2B5EF4-FFF2-40B4-BE49-F238E27FC236}">
                <a16:creationId xmlns:a16="http://schemas.microsoft.com/office/drawing/2014/main" id="{5FC4137A-2EF6-0D20-6D55-1345157C21A3}"/>
              </a:ext>
            </a:extLst>
          </p:cNvPr>
          <p:cNvSpPr txBox="1"/>
          <p:nvPr/>
        </p:nvSpPr>
        <p:spPr>
          <a:xfrm>
            <a:off x="6350" y="3626462"/>
            <a:ext cx="9131300" cy="954107"/>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AU" b="0" i="0" u="none" strike="noStrike" kern="1200" cap="none" spc="0" normalizeH="0" baseline="0" noProof="0" dirty="0">
                <a:ln>
                  <a:noFill/>
                </a:ln>
                <a:solidFill>
                  <a:srgbClr val="BE830E"/>
                </a:solidFill>
                <a:effectLst/>
                <a:uLnTx/>
                <a:uFillTx/>
                <a:latin typeface="Public Sans"/>
                <a:ea typeface="+mn-ea"/>
                <a:cs typeface="+mn-cs"/>
              </a:rPr>
              <a:t>Performances:</a:t>
            </a: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lang="en-US" sz="1400" dirty="0">
                <a:solidFill>
                  <a:prstClr val="black"/>
                </a:solidFill>
                <a:latin typeface="Public Sans Light"/>
              </a:rPr>
              <a:t>V</a:t>
            </a:r>
            <a:r>
              <a:rPr kumimoji="0" lang="en-US" sz="1400" b="0" i="0" u="none" strike="noStrike" kern="1200" cap="none" spc="0" normalizeH="0" baseline="0" noProof="0" dirty="0" err="1">
                <a:ln>
                  <a:noFill/>
                </a:ln>
                <a:solidFill>
                  <a:prstClr val="black"/>
                </a:solidFill>
                <a:effectLst/>
                <a:uLnTx/>
                <a:uFillTx/>
                <a:latin typeface="Public Sans Light"/>
                <a:ea typeface="+mn-ea"/>
                <a:cs typeface="+mn-cs"/>
              </a:rPr>
              <a:t>ery</a:t>
            </a: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 close to the best long-standing performance on simple OM tasks.</a:t>
            </a: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lang="en-US" sz="1400" dirty="0">
                <a:solidFill>
                  <a:prstClr val="black"/>
                </a:solidFill>
                <a:latin typeface="Public Sans Light"/>
              </a:rPr>
              <a:t>S</a:t>
            </a:r>
            <a:r>
              <a:rPr kumimoji="0" lang="en-US" sz="1400" b="0" i="0" u="none" strike="noStrike" kern="1200" cap="none" spc="0" normalizeH="0" baseline="0" noProof="0" dirty="0" err="1">
                <a:ln>
                  <a:noFill/>
                </a:ln>
                <a:solidFill>
                  <a:prstClr val="black"/>
                </a:solidFill>
                <a:effectLst/>
                <a:uLnTx/>
                <a:uFillTx/>
                <a:latin typeface="Public Sans Light"/>
                <a:ea typeface="+mn-ea"/>
                <a:cs typeface="+mn-cs"/>
              </a:rPr>
              <a:t>ignificantly</a:t>
            </a: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 improves matching performance on complex and few-shot OM tasks.</a:t>
            </a:r>
          </a:p>
        </p:txBody>
      </p:sp>
      <p:sp>
        <p:nvSpPr>
          <p:cNvPr id="7" name="Text Placeholder 10">
            <a:extLst>
              <a:ext uri="{FF2B5EF4-FFF2-40B4-BE49-F238E27FC236}">
                <a16:creationId xmlns:a16="http://schemas.microsoft.com/office/drawing/2014/main" id="{316ECF7F-A14C-52BC-8EE5-66509F7F4EC9}"/>
              </a:ext>
            </a:extLst>
          </p:cNvPr>
          <p:cNvSpPr txBox="1">
            <a:spLocks/>
          </p:cNvSpPr>
          <p:nvPr/>
        </p:nvSpPr>
        <p:spPr>
          <a:xfrm>
            <a:off x="283990" y="286588"/>
            <a:ext cx="8488535" cy="508088"/>
          </a:xfrm>
          <a:prstGeom prst="rect">
            <a:avLst/>
          </a:prstGeom>
        </p:spPr>
        <p:txBody>
          <a:bodyPr vert="horz" lIns="0" tIns="0" rIns="0" bIns="0" rtlCol="0">
            <a:normAutofit/>
          </a:bodyPr>
          <a:lstStyle>
            <a:lvl1pPr marL="0" indent="0" algn="l" defTabSz="685800" rtl="0" eaLnBrk="1" latinLnBrk="0" hangingPunct="1">
              <a:lnSpc>
                <a:spcPct val="80000"/>
              </a:lnSpc>
              <a:spcBef>
                <a:spcPts val="0"/>
              </a:spcBef>
              <a:spcAft>
                <a:spcPts val="1800"/>
              </a:spcAft>
              <a:buFont typeface="Arial" panose="020B0604020202020204" pitchFamily="34" charset="0"/>
              <a:buNone/>
              <a:defRPr sz="3600" b="0" kern="1200">
                <a:solidFill>
                  <a:schemeClr val="accent1"/>
                </a:solidFill>
                <a:latin typeface="+mj-lt"/>
                <a:ea typeface="+mn-ea"/>
                <a:cs typeface="+mn-cs"/>
              </a:defRPr>
            </a:lvl1pPr>
            <a:lvl2pPr marL="0" indent="0" algn="l" defTabSz="685800" rtl="0" eaLnBrk="1" latinLnBrk="0" hangingPunct="1">
              <a:lnSpc>
                <a:spcPct val="100000"/>
              </a:lnSpc>
              <a:spcBef>
                <a:spcPts val="0"/>
              </a:spcBef>
              <a:spcAft>
                <a:spcPts val="600"/>
              </a:spcAft>
              <a:buFont typeface="Arial" panose="020B0604020202020204" pitchFamily="34" charset="0"/>
              <a:buNone/>
              <a:defRPr sz="1800" kern="1200">
                <a:solidFill>
                  <a:schemeClr val="accent1"/>
                </a:solidFill>
                <a:latin typeface="+mn-lt"/>
                <a:ea typeface="+mn-ea"/>
                <a:cs typeface="+mn-cs"/>
              </a:defRPr>
            </a:lvl2pPr>
            <a:lvl3pPr marL="180000" indent="-180000" algn="l" defTabSz="685800" rtl="0" eaLnBrk="1" latinLnBrk="0" hangingPunct="1">
              <a:lnSpc>
                <a:spcPct val="100000"/>
              </a:lnSpc>
              <a:spcBef>
                <a:spcPts val="0"/>
              </a:spcBef>
              <a:spcAft>
                <a:spcPts val="600"/>
              </a:spcAft>
              <a:buClr>
                <a:schemeClr val="accent1"/>
              </a:buClr>
              <a:buFont typeface="Arial" panose="020B0604020202020204" pitchFamily="34" charset="0"/>
              <a:buChar char="•"/>
              <a:defRPr sz="3600" kern="1200">
                <a:solidFill>
                  <a:schemeClr val="tx1"/>
                </a:solidFill>
                <a:latin typeface="+mn-lt"/>
                <a:ea typeface="+mn-ea"/>
                <a:cs typeface="+mn-cs"/>
              </a:defRPr>
            </a:lvl3pPr>
            <a:lvl4pPr marL="360000" indent="-180000" algn="l" defTabSz="685800" rtl="0" eaLnBrk="1" latinLnBrk="0" hangingPunct="1">
              <a:lnSpc>
                <a:spcPct val="100000"/>
              </a:lnSpc>
              <a:spcBef>
                <a:spcPts val="0"/>
              </a:spcBef>
              <a:spcAft>
                <a:spcPts val="600"/>
              </a:spcAft>
              <a:buClr>
                <a:schemeClr val="accent1"/>
              </a:buClr>
              <a:buFont typeface="Times New Roman" panose="02020603050405020304" pitchFamily="18" charset="0"/>
              <a:buChar char="–"/>
              <a:defRPr sz="3600" kern="1200">
                <a:solidFill>
                  <a:schemeClr val="tx1"/>
                </a:solidFill>
                <a:latin typeface="+mn-lt"/>
                <a:ea typeface="+mn-ea"/>
                <a:cs typeface="+mn-cs"/>
              </a:defRPr>
            </a:lvl4pPr>
            <a:lvl5pPr marL="540000" indent="-180000" algn="l" defTabSz="685800" rtl="0" eaLnBrk="1" latinLnBrk="0" hangingPunct="1">
              <a:lnSpc>
                <a:spcPct val="100000"/>
              </a:lnSpc>
              <a:spcBef>
                <a:spcPts val="0"/>
              </a:spcBef>
              <a:spcAft>
                <a:spcPts val="600"/>
              </a:spcAft>
              <a:buClr>
                <a:schemeClr val="accent1"/>
              </a:buClr>
              <a:buFont typeface="Sofia Pro Light" panose="020B0000000000000000" pitchFamily="34" charset="0"/>
              <a:buChar char="»"/>
              <a:defRPr sz="3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Agent-OM (Agent for Ontology Matching)</a:t>
            </a:r>
          </a:p>
        </p:txBody>
      </p:sp>
    </p:spTree>
    <p:extLst>
      <p:ext uri="{BB962C8B-B14F-4D97-AF65-F5344CB8AC3E}">
        <p14:creationId xmlns:p14="http://schemas.microsoft.com/office/powerpoint/2010/main" val="2240121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011F82E-DB1F-4ECC-B637-B7774EFBDA8D}"/>
              </a:ext>
            </a:extLst>
          </p:cNvPr>
          <p:cNvSpPr>
            <a:spLocks noGrp="1"/>
          </p:cNvSpPr>
          <p:nvPr>
            <p:ph type="ftr" sz="quarter" idx="11"/>
          </p:nvPr>
        </p:nvSpPr>
        <p:spPr>
          <a:xfrm>
            <a:off x="844200" y="4914000"/>
            <a:ext cx="4320000" cy="108000"/>
          </a:xfrm>
        </p:spPr>
        <p:txBody>
          <a:bodyPr/>
          <a:lstStyle/>
          <a:p>
            <a:r>
              <a:rPr lang="en-US" dirty="0"/>
              <a:t>ANU SCHOOL OF COMPUTING  |   Agent-OM: Leveraging LLM Agents for Ontology Matching</a:t>
            </a:r>
          </a:p>
          <a:p>
            <a:endParaRPr lang="en-AU" dirty="0"/>
          </a:p>
        </p:txBody>
      </p:sp>
      <p:sp>
        <p:nvSpPr>
          <p:cNvPr id="5" name="Slide Number Placeholder 4">
            <a:extLst>
              <a:ext uri="{FF2B5EF4-FFF2-40B4-BE49-F238E27FC236}">
                <a16:creationId xmlns:a16="http://schemas.microsoft.com/office/drawing/2014/main" id="{B9AA64DA-1709-49F5-8FEC-EB4B418BA4AD}"/>
              </a:ext>
            </a:extLst>
          </p:cNvPr>
          <p:cNvSpPr>
            <a:spLocks noGrp="1"/>
          </p:cNvSpPr>
          <p:nvPr>
            <p:ph type="sldNum" sz="quarter" idx="12"/>
          </p:nvPr>
        </p:nvSpPr>
        <p:spPr>
          <a:xfrm>
            <a:off x="324000" y="4914000"/>
            <a:ext cx="360000" cy="108000"/>
          </a:xfrm>
        </p:spPr>
        <p:txBody>
          <a:bodyPr/>
          <a:lstStyle/>
          <a:p>
            <a:fld id="{10A01DC5-1685-4615-8240-15192985C6A2}" type="slidenum">
              <a:rPr lang="en-AU" smtClean="0"/>
              <a:pPr/>
              <a:t>5</a:t>
            </a:fld>
            <a:endParaRPr lang="en-AU"/>
          </a:p>
        </p:txBody>
      </p:sp>
      <p:sp>
        <p:nvSpPr>
          <p:cNvPr id="9" name="TextBox 8">
            <a:extLst>
              <a:ext uri="{FF2B5EF4-FFF2-40B4-BE49-F238E27FC236}">
                <a16:creationId xmlns:a16="http://schemas.microsoft.com/office/drawing/2014/main" id="{C251C958-9FE2-179A-0761-4EEE14C4DE08}"/>
              </a:ext>
            </a:extLst>
          </p:cNvPr>
          <p:cNvSpPr txBox="1"/>
          <p:nvPr/>
        </p:nvSpPr>
        <p:spPr>
          <a:xfrm>
            <a:off x="283988" y="739119"/>
            <a:ext cx="3182162" cy="1246495"/>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solidFill>
                  <a:srgbClr val="BE830E"/>
                </a:solidFill>
                <a:latin typeface="Public Sans"/>
              </a:rPr>
              <a:t>Knowledge-based OM systems</a:t>
            </a:r>
            <a:r>
              <a:rPr kumimoji="0" lang="en-AU" b="0" i="0" u="none" strike="noStrike" kern="1200" cap="none" spc="0" normalizeH="0" baseline="0" noProof="0" dirty="0">
                <a:ln>
                  <a:noFill/>
                </a:ln>
                <a:solidFill>
                  <a:srgbClr val="BE830E"/>
                </a:solidFill>
                <a:effectLst/>
                <a:uLnTx/>
                <a:uFillTx/>
                <a:latin typeface="Public Sans"/>
                <a:ea typeface="+mn-ea"/>
                <a:cs typeface="+mn-cs"/>
              </a:rPr>
              <a:t>:</a:t>
            </a:r>
          </a:p>
          <a:p>
            <a:pPr marL="285750" lvl="2" indent="-285750" defTabSz="685800">
              <a:spcAft>
                <a:spcPts val="600"/>
              </a:spcAft>
              <a:buClr>
                <a:srgbClr val="BE830E"/>
              </a:buClr>
              <a:buFont typeface="Wingdings" panose="05000000000000000000" pitchFamily="2" charset="2"/>
              <a:buChar char="Ø"/>
              <a:defRPr/>
            </a:pPr>
            <a:r>
              <a:rPr kumimoji="0" lang="en-US" sz="1400" b="0" i="0" u="none" strike="noStrike" kern="1200" cap="none" spc="0" normalizeH="0" baseline="0" noProof="0" dirty="0" err="1">
                <a:ln>
                  <a:noFill/>
                </a:ln>
                <a:solidFill>
                  <a:prstClr val="black"/>
                </a:solidFill>
                <a:effectLst/>
                <a:uLnTx/>
                <a:uFillTx/>
                <a:latin typeface="Public Sans Light"/>
                <a:ea typeface="+mn-ea"/>
                <a:cs typeface="+mn-cs"/>
              </a:rPr>
              <a:t>LogMap</a:t>
            </a: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 [1, 2]</a:t>
            </a:r>
            <a:endParaRPr lang="en-US" sz="1400" dirty="0">
              <a:solidFill>
                <a:prstClr val="black"/>
              </a:solidFill>
              <a:latin typeface="Public Sans Light"/>
            </a:endParaRPr>
          </a:p>
          <a:p>
            <a:pPr marL="285750" lvl="2" indent="-285750" defTabSz="685800">
              <a:spcAft>
                <a:spcPts val="600"/>
              </a:spcAft>
              <a:buClr>
                <a:srgbClr val="BE830E"/>
              </a:buClr>
              <a:buFont typeface="Wingdings" panose="05000000000000000000" pitchFamily="2" charset="2"/>
              <a:buChar char="Ø"/>
              <a:defRPr/>
            </a:pPr>
            <a:r>
              <a:rPr kumimoji="0" lang="en-US" sz="1400" b="0" i="0" u="none" strike="noStrike" kern="1200" cap="none" spc="0" normalizeH="0" baseline="0" noProof="0" dirty="0" err="1">
                <a:ln>
                  <a:noFill/>
                </a:ln>
                <a:solidFill>
                  <a:prstClr val="black"/>
                </a:solidFill>
                <a:effectLst/>
                <a:uLnTx/>
                <a:uFillTx/>
                <a:latin typeface="Public Sans Light"/>
                <a:ea typeface="+mn-ea"/>
                <a:cs typeface="+mn-cs"/>
              </a:rPr>
              <a:t>AgreementMakerLight</a:t>
            </a: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 (AML) [3, 4]</a:t>
            </a:r>
            <a:endParaRPr lang="en-US" sz="1400" dirty="0">
              <a:solidFill>
                <a:prstClr val="black"/>
              </a:solidFill>
              <a:latin typeface="Public Sans Light"/>
            </a:endParaRPr>
          </a:p>
          <a:p>
            <a:pPr marL="285750" lvl="2" indent="-285750" defTabSz="685800">
              <a:spcAft>
                <a:spcPts val="600"/>
              </a:spcAft>
              <a:buClr>
                <a:srgbClr val="BE830E"/>
              </a:buClr>
              <a:buFont typeface="Wingdings" panose="05000000000000000000" pitchFamily="2" charset="2"/>
              <a:buChar char="Ø"/>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FCA-Map [5, 6]</a:t>
            </a:r>
          </a:p>
        </p:txBody>
      </p:sp>
      <p:sp>
        <p:nvSpPr>
          <p:cNvPr id="3" name="TextBox 2">
            <a:extLst>
              <a:ext uri="{FF2B5EF4-FFF2-40B4-BE49-F238E27FC236}">
                <a16:creationId xmlns:a16="http://schemas.microsoft.com/office/drawing/2014/main" id="{C239313C-C9AE-CDC0-91C3-7D2B596A4295}"/>
              </a:ext>
            </a:extLst>
          </p:cNvPr>
          <p:cNvSpPr txBox="1"/>
          <p:nvPr/>
        </p:nvSpPr>
        <p:spPr>
          <a:xfrm>
            <a:off x="3732988" y="778278"/>
            <a:ext cx="4900217" cy="1246495"/>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solidFill>
                  <a:srgbClr val="BE830E"/>
                </a:solidFill>
                <a:latin typeface="Public Sans"/>
              </a:rPr>
              <a:t>Machine learning (ML)-based </a:t>
            </a:r>
            <a:r>
              <a:rPr lang="en-AU" dirty="0">
                <a:solidFill>
                  <a:srgbClr val="BE830E"/>
                </a:solidFill>
                <a:latin typeface="Public Sans"/>
              </a:rPr>
              <a:t>OM systems</a:t>
            </a:r>
            <a:r>
              <a:rPr kumimoji="0" lang="en-AU" b="0" i="0" u="none" strike="noStrike" kern="1200" cap="none" spc="0" normalizeH="0" baseline="0" noProof="0" dirty="0">
                <a:ln>
                  <a:noFill/>
                </a:ln>
                <a:solidFill>
                  <a:srgbClr val="BE830E"/>
                </a:solidFill>
                <a:effectLst/>
                <a:uLnTx/>
                <a:uFillTx/>
                <a:latin typeface="Public Sans"/>
                <a:ea typeface="+mn-ea"/>
                <a:cs typeface="+mn-cs"/>
              </a:rPr>
              <a:t>:</a:t>
            </a: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kumimoji="0" lang="en-US" sz="1400" b="0" i="0" u="none" strike="noStrike" kern="1200" cap="none" spc="0" normalizeH="0" baseline="0" noProof="0" dirty="0" err="1">
                <a:ln>
                  <a:noFill/>
                </a:ln>
                <a:solidFill>
                  <a:prstClr val="black"/>
                </a:solidFill>
                <a:effectLst/>
                <a:uLnTx/>
                <a:uFillTx/>
                <a:latin typeface="Public Sans Light"/>
                <a:ea typeface="+mn-ea"/>
                <a:cs typeface="+mn-cs"/>
              </a:rPr>
              <a:t>BERTMap</a:t>
            </a: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 [7]</a:t>
            </a: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lang="en-US" sz="1400" dirty="0" err="1">
                <a:solidFill>
                  <a:prstClr val="black"/>
                </a:solidFill>
                <a:latin typeface="Public Sans Light"/>
              </a:rPr>
              <a:t>LogMap</a:t>
            </a:r>
            <a:r>
              <a:rPr lang="en-US" sz="1400" dirty="0">
                <a:solidFill>
                  <a:prstClr val="black"/>
                </a:solidFill>
                <a:latin typeface="Public Sans Light"/>
              </a:rPr>
              <a:t>-ML [8]</a:t>
            </a: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lang="en-US" sz="1400" dirty="0" err="1">
                <a:solidFill>
                  <a:prstClr val="black"/>
                </a:solidFill>
                <a:latin typeface="Public Sans Light"/>
              </a:rPr>
              <a:t>VersaMatch</a:t>
            </a:r>
            <a:r>
              <a:rPr lang="en-US" sz="1400" dirty="0">
                <a:solidFill>
                  <a:prstClr val="black"/>
                </a:solidFill>
                <a:latin typeface="Public Sans Light"/>
              </a:rPr>
              <a:t> [9]</a:t>
            </a:r>
            <a:endParaRPr kumimoji="0" lang="en-AU" sz="1400" b="0" i="0" u="none" strike="noStrike" kern="1200" cap="none" spc="0" normalizeH="0" baseline="0" noProof="0" dirty="0">
              <a:ln>
                <a:noFill/>
              </a:ln>
              <a:solidFill>
                <a:prstClr val="black"/>
              </a:solidFill>
              <a:effectLst/>
              <a:uLnTx/>
              <a:uFillTx/>
              <a:latin typeface="Public Sans Light"/>
              <a:ea typeface="+mn-ea"/>
              <a:cs typeface="+mn-cs"/>
            </a:endParaRPr>
          </a:p>
        </p:txBody>
      </p:sp>
      <p:sp>
        <p:nvSpPr>
          <p:cNvPr id="6" name="TextBox 5">
            <a:extLst>
              <a:ext uri="{FF2B5EF4-FFF2-40B4-BE49-F238E27FC236}">
                <a16:creationId xmlns:a16="http://schemas.microsoft.com/office/drawing/2014/main" id="{5FC4137A-2EF6-0D20-6D55-1345157C21A3}"/>
              </a:ext>
            </a:extLst>
          </p:cNvPr>
          <p:cNvSpPr txBox="1">
            <a:spLocks noGrp="1" noRot="1" noMove="1" noResize="1" noEditPoints="1" noAdjustHandles="1" noChangeArrowheads="1" noChangeShapeType="1"/>
          </p:cNvSpPr>
          <p:nvPr/>
        </p:nvSpPr>
        <p:spPr>
          <a:xfrm>
            <a:off x="283988" y="2081169"/>
            <a:ext cx="7499842" cy="2416046"/>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b="0" i="0" u="none" strike="noStrike" kern="1200" cap="none" spc="0" normalizeH="0" baseline="0" noProof="0" dirty="0">
                <a:ln>
                  <a:noFill/>
                </a:ln>
                <a:solidFill>
                  <a:srgbClr val="BE830E"/>
                </a:solidFill>
                <a:effectLst/>
                <a:uLnTx/>
                <a:uFillTx/>
                <a:latin typeface="Public Sans"/>
                <a:ea typeface="+mn-ea"/>
                <a:cs typeface="+mn-cs"/>
              </a:rPr>
              <a:t>Early studies using LLMs for OM &amp; using Agent for ontology-related tasks</a:t>
            </a:r>
            <a:r>
              <a:rPr kumimoji="0" lang="en-AU" b="0" i="0" u="none" strike="noStrike" kern="1200" cap="none" spc="0" normalizeH="0" baseline="0" noProof="0" dirty="0">
                <a:ln>
                  <a:noFill/>
                </a:ln>
                <a:solidFill>
                  <a:srgbClr val="BE830E"/>
                </a:solidFill>
                <a:effectLst/>
                <a:uLnTx/>
                <a:uFillTx/>
                <a:latin typeface="Public Sans"/>
                <a:ea typeface="+mn-ea"/>
                <a:cs typeface="+mn-cs"/>
              </a:rPr>
              <a:t>:</a:t>
            </a: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lang="en-US" sz="1400" dirty="0">
                <a:solidFill>
                  <a:prstClr val="black"/>
                </a:solidFill>
                <a:latin typeface="Public Sans Light"/>
              </a:rPr>
              <a:t>Exploring Large Language Models for Ontology Alignment [10]</a:t>
            </a: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lang="en-US" sz="1400" dirty="0">
                <a:solidFill>
                  <a:prstClr val="black"/>
                </a:solidFill>
                <a:latin typeface="Public Sans Light"/>
              </a:rPr>
              <a:t>Conversational Ontology Alignment with ChatGPT [11]</a:t>
            </a: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kumimoji="0" lang="en-US" sz="1400" b="0" i="0" u="none" strike="noStrike" kern="1200" cap="none" spc="0" normalizeH="0" baseline="0" noProof="0" dirty="0" err="1">
                <a:ln>
                  <a:noFill/>
                </a:ln>
                <a:solidFill>
                  <a:prstClr val="black"/>
                </a:solidFill>
                <a:effectLst/>
                <a:uLnTx/>
                <a:uFillTx/>
                <a:latin typeface="Public Sans Light"/>
                <a:ea typeface="+mn-ea"/>
                <a:cs typeface="+mn-cs"/>
              </a:rPr>
              <a:t>OLaLa</a:t>
            </a: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 Ontology Matching with Large Language Models [12]</a:t>
            </a: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LLMs4OM: Matching Ontologies with Large Language Models [13]</a:t>
            </a: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Towards Complex Ontology Alignment using Large Language Models [14]</a:t>
            </a: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LLMs4OL: Large Language Models for Ontology Learning [16]</a:t>
            </a: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Large Language Model Assisted Multi-Agent Dialogue for Ontology Alignment [17, 18]</a:t>
            </a:r>
          </a:p>
        </p:txBody>
      </p:sp>
      <p:sp>
        <p:nvSpPr>
          <p:cNvPr id="7" name="Text Placeholder 10">
            <a:extLst>
              <a:ext uri="{FF2B5EF4-FFF2-40B4-BE49-F238E27FC236}">
                <a16:creationId xmlns:a16="http://schemas.microsoft.com/office/drawing/2014/main" id="{316ECF7F-A14C-52BC-8EE5-66509F7F4EC9}"/>
              </a:ext>
            </a:extLst>
          </p:cNvPr>
          <p:cNvSpPr txBox="1">
            <a:spLocks/>
          </p:cNvSpPr>
          <p:nvPr/>
        </p:nvSpPr>
        <p:spPr>
          <a:xfrm>
            <a:off x="283988" y="229993"/>
            <a:ext cx="8477106" cy="508088"/>
          </a:xfrm>
          <a:prstGeom prst="rect">
            <a:avLst/>
          </a:prstGeom>
        </p:spPr>
        <p:txBody>
          <a:bodyPr vert="horz" lIns="0" tIns="0" rIns="0" bIns="0" rtlCol="0">
            <a:normAutofit/>
          </a:bodyPr>
          <a:lstStyle>
            <a:lvl1pPr marL="0" indent="0" algn="l" defTabSz="685800" rtl="0" eaLnBrk="1" latinLnBrk="0" hangingPunct="1">
              <a:lnSpc>
                <a:spcPct val="80000"/>
              </a:lnSpc>
              <a:spcBef>
                <a:spcPts val="0"/>
              </a:spcBef>
              <a:spcAft>
                <a:spcPts val="1800"/>
              </a:spcAft>
              <a:buFont typeface="Arial" panose="020B0604020202020204" pitchFamily="34" charset="0"/>
              <a:buNone/>
              <a:defRPr sz="3600" b="0" kern="1200">
                <a:solidFill>
                  <a:schemeClr val="accent1"/>
                </a:solidFill>
                <a:latin typeface="+mj-lt"/>
                <a:ea typeface="+mn-ea"/>
                <a:cs typeface="+mn-cs"/>
              </a:defRPr>
            </a:lvl1pPr>
            <a:lvl2pPr marL="0" indent="0" algn="l" defTabSz="685800" rtl="0" eaLnBrk="1" latinLnBrk="0" hangingPunct="1">
              <a:lnSpc>
                <a:spcPct val="100000"/>
              </a:lnSpc>
              <a:spcBef>
                <a:spcPts val="0"/>
              </a:spcBef>
              <a:spcAft>
                <a:spcPts val="600"/>
              </a:spcAft>
              <a:buFont typeface="Arial" panose="020B0604020202020204" pitchFamily="34" charset="0"/>
              <a:buNone/>
              <a:defRPr sz="1800" kern="1200">
                <a:solidFill>
                  <a:schemeClr val="accent1"/>
                </a:solidFill>
                <a:latin typeface="+mn-lt"/>
                <a:ea typeface="+mn-ea"/>
                <a:cs typeface="+mn-cs"/>
              </a:defRPr>
            </a:lvl2pPr>
            <a:lvl3pPr marL="180000" indent="-180000" algn="l" defTabSz="685800" rtl="0" eaLnBrk="1" latinLnBrk="0" hangingPunct="1">
              <a:lnSpc>
                <a:spcPct val="100000"/>
              </a:lnSpc>
              <a:spcBef>
                <a:spcPts val="0"/>
              </a:spcBef>
              <a:spcAft>
                <a:spcPts val="600"/>
              </a:spcAft>
              <a:buClr>
                <a:schemeClr val="accent1"/>
              </a:buClr>
              <a:buFont typeface="Arial" panose="020B0604020202020204" pitchFamily="34" charset="0"/>
              <a:buChar char="•"/>
              <a:defRPr sz="3600" kern="1200">
                <a:solidFill>
                  <a:schemeClr val="tx1"/>
                </a:solidFill>
                <a:latin typeface="+mn-lt"/>
                <a:ea typeface="+mn-ea"/>
                <a:cs typeface="+mn-cs"/>
              </a:defRPr>
            </a:lvl3pPr>
            <a:lvl4pPr marL="360000" indent="-180000" algn="l" defTabSz="685800" rtl="0" eaLnBrk="1" latinLnBrk="0" hangingPunct="1">
              <a:lnSpc>
                <a:spcPct val="100000"/>
              </a:lnSpc>
              <a:spcBef>
                <a:spcPts val="0"/>
              </a:spcBef>
              <a:spcAft>
                <a:spcPts val="600"/>
              </a:spcAft>
              <a:buClr>
                <a:schemeClr val="accent1"/>
              </a:buClr>
              <a:buFont typeface="Times New Roman" panose="02020603050405020304" pitchFamily="18" charset="0"/>
              <a:buChar char="–"/>
              <a:defRPr sz="3600" kern="1200">
                <a:solidFill>
                  <a:schemeClr val="tx1"/>
                </a:solidFill>
                <a:latin typeface="+mn-lt"/>
                <a:ea typeface="+mn-ea"/>
                <a:cs typeface="+mn-cs"/>
              </a:defRPr>
            </a:lvl4pPr>
            <a:lvl5pPr marL="540000" indent="-180000" algn="l" defTabSz="685800" rtl="0" eaLnBrk="1" latinLnBrk="0" hangingPunct="1">
              <a:lnSpc>
                <a:spcPct val="100000"/>
              </a:lnSpc>
              <a:spcBef>
                <a:spcPts val="0"/>
              </a:spcBef>
              <a:spcAft>
                <a:spcPts val="600"/>
              </a:spcAft>
              <a:buClr>
                <a:schemeClr val="accent1"/>
              </a:buClr>
              <a:buFont typeface="Sofia Pro Light" panose="020B0000000000000000" pitchFamily="34" charset="0"/>
              <a:buChar char="»"/>
              <a:defRPr sz="3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02 Related Work</a:t>
            </a:r>
          </a:p>
        </p:txBody>
      </p:sp>
    </p:spTree>
    <p:extLst>
      <p:ext uri="{BB962C8B-B14F-4D97-AF65-F5344CB8AC3E}">
        <p14:creationId xmlns:p14="http://schemas.microsoft.com/office/powerpoint/2010/main" val="3920561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011F82E-DB1F-4ECC-B637-B7774EFBDA8D}"/>
              </a:ext>
            </a:extLst>
          </p:cNvPr>
          <p:cNvSpPr>
            <a:spLocks noGrp="1"/>
          </p:cNvSpPr>
          <p:nvPr>
            <p:ph type="ftr" sz="quarter" idx="11"/>
          </p:nvPr>
        </p:nvSpPr>
        <p:spPr>
          <a:xfrm>
            <a:off x="844200" y="4914000"/>
            <a:ext cx="4320000" cy="108000"/>
          </a:xfrm>
        </p:spPr>
        <p:txBody>
          <a:bodyPr/>
          <a:lstStyle/>
          <a:p>
            <a:r>
              <a:rPr lang="en-US" dirty="0"/>
              <a:t>ANU SCHOOL OF COMPUTING  |   Agent-OM: Leveraging LLM Agents for Ontology Matching</a:t>
            </a:r>
          </a:p>
          <a:p>
            <a:endParaRPr lang="en-AU" dirty="0"/>
          </a:p>
        </p:txBody>
      </p:sp>
      <p:sp>
        <p:nvSpPr>
          <p:cNvPr id="5" name="Slide Number Placeholder 4">
            <a:extLst>
              <a:ext uri="{FF2B5EF4-FFF2-40B4-BE49-F238E27FC236}">
                <a16:creationId xmlns:a16="http://schemas.microsoft.com/office/drawing/2014/main" id="{B9AA64DA-1709-49F5-8FEC-EB4B418BA4AD}"/>
              </a:ext>
            </a:extLst>
          </p:cNvPr>
          <p:cNvSpPr>
            <a:spLocks noGrp="1"/>
          </p:cNvSpPr>
          <p:nvPr>
            <p:ph type="sldNum" sz="quarter" idx="12"/>
          </p:nvPr>
        </p:nvSpPr>
        <p:spPr>
          <a:xfrm>
            <a:off x="324000" y="4914000"/>
            <a:ext cx="360000" cy="108000"/>
          </a:xfrm>
        </p:spPr>
        <p:txBody>
          <a:bodyPr/>
          <a:lstStyle/>
          <a:p>
            <a:fld id="{10A01DC5-1685-4615-8240-15192985C6A2}" type="slidenum">
              <a:rPr lang="en-AU" smtClean="0"/>
              <a:pPr/>
              <a:t>6</a:t>
            </a:fld>
            <a:endParaRPr lang="en-AU"/>
          </a:p>
        </p:txBody>
      </p:sp>
      <p:sp>
        <p:nvSpPr>
          <p:cNvPr id="9" name="TextBox 8">
            <a:extLst>
              <a:ext uri="{FF2B5EF4-FFF2-40B4-BE49-F238E27FC236}">
                <a16:creationId xmlns:a16="http://schemas.microsoft.com/office/drawing/2014/main" id="{C251C958-9FE2-179A-0761-4EEE14C4DE08}"/>
              </a:ext>
            </a:extLst>
          </p:cNvPr>
          <p:cNvSpPr txBox="1"/>
          <p:nvPr/>
        </p:nvSpPr>
        <p:spPr>
          <a:xfrm>
            <a:off x="4735375" y="1039214"/>
            <a:ext cx="3793664" cy="661720"/>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AU" b="0" i="0" u="none" strike="noStrike" kern="1200" cap="none" spc="0" normalizeH="0" baseline="0" noProof="0" dirty="0">
                <a:ln>
                  <a:noFill/>
                </a:ln>
                <a:solidFill>
                  <a:srgbClr val="BE830E"/>
                </a:solidFill>
                <a:effectLst/>
                <a:uLnTx/>
                <a:uFillTx/>
                <a:latin typeface="Public Sans"/>
                <a:ea typeface="+mn-ea"/>
                <a:cs typeface="+mn-cs"/>
              </a:rPr>
              <a:t>A classical matching process:</a:t>
            </a:r>
          </a:p>
          <a:p>
            <a:pPr marL="285750" lvl="2" indent="-285750" defTabSz="685800">
              <a:spcAft>
                <a:spcPts val="600"/>
              </a:spcAft>
              <a:buClr>
                <a:srgbClr val="BE830E"/>
              </a:buClr>
              <a:buFont typeface="Wingdings" panose="05000000000000000000" pitchFamily="2" charset="2"/>
              <a:buChar char="Ø"/>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𝑅</a:t>
            </a:r>
            <a:r>
              <a:rPr kumimoji="0" lang="en-US" sz="1200" b="0" i="0" u="none" strike="noStrike" kern="1200" cap="none" spc="0" normalizeH="0" baseline="0" noProof="0" dirty="0">
                <a:ln>
                  <a:noFill/>
                </a:ln>
                <a:solidFill>
                  <a:prstClr val="black"/>
                </a:solidFill>
                <a:effectLst/>
                <a:uLnTx/>
                <a:uFillTx/>
                <a:latin typeface="Public Sans Light"/>
                <a:ea typeface="+mn-ea"/>
                <a:cs typeface="+mn-cs"/>
              </a:rPr>
              <a:t>𝑖𝑛𝑡</a:t>
            </a: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 ⇒ 𝑅</a:t>
            </a:r>
            <a:r>
              <a:rPr kumimoji="0" lang="en-US" sz="1200" b="0" i="0" u="none" strike="noStrike" kern="1200" cap="none" spc="0" normalizeH="0" baseline="0" noProof="0" dirty="0">
                <a:ln>
                  <a:noFill/>
                </a:ln>
                <a:solidFill>
                  <a:prstClr val="black"/>
                </a:solidFill>
                <a:effectLst/>
                <a:uLnTx/>
                <a:uFillTx/>
                <a:latin typeface="Public Sans Light"/>
                <a:ea typeface="+mn-ea"/>
                <a:cs typeface="+mn-cs"/>
              </a:rPr>
              <a:t>𝑒𝑥𝑡</a:t>
            </a: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 ⇒ 𝑀</a:t>
            </a:r>
            <a:r>
              <a:rPr kumimoji="0" lang="en-US" sz="1200" b="0" i="0" u="none" strike="noStrike" kern="1200" cap="none" spc="0" normalizeH="0" baseline="0" noProof="0" dirty="0">
                <a:ln>
                  <a:noFill/>
                </a:ln>
                <a:solidFill>
                  <a:prstClr val="black"/>
                </a:solidFill>
                <a:effectLst/>
                <a:uLnTx/>
                <a:uFillTx/>
                <a:latin typeface="Public Sans Light"/>
                <a:ea typeface="+mn-ea"/>
                <a:cs typeface="+mn-cs"/>
              </a:rPr>
              <a:t>𝑠𝑒𝑙</a:t>
            </a: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 ⇒ 𝑀</a:t>
            </a:r>
            <a:r>
              <a:rPr kumimoji="0" lang="en-US" sz="1200" b="0" i="0" u="none" strike="noStrike" kern="1200" cap="none" spc="0" normalizeH="0" baseline="0" noProof="0" dirty="0">
                <a:ln>
                  <a:noFill/>
                </a:ln>
                <a:solidFill>
                  <a:prstClr val="black"/>
                </a:solidFill>
                <a:effectLst/>
                <a:uLnTx/>
                <a:uFillTx/>
                <a:latin typeface="Public Sans Light"/>
                <a:ea typeface="+mn-ea"/>
                <a:cs typeface="+mn-cs"/>
              </a:rPr>
              <a:t>𝑎𝑙𝑔</a:t>
            </a: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 ⇒ 𝑀</a:t>
            </a:r>
            <a:r>
              <a:rPr kumimoji="0" lang="en-US" sz="1200" b="0" i="0" u="none" strike="noStrike" kern="1200" cap="none" spc="0" normalizeH="0" baseline="0" noProof="0" dirty="0">
                <a:ln>
                  <a:noFill/>
                </a:ln>
                <a:solidFill>
                  <a:prstClr val="black"/>
                </a:solidFill>
                <a:effectLst/>
                <a:uLnTx/>
                <a:uFillTx/>
                <a:latin typeface="Public Sans Light"/>
                <a:ea typeface="+mn-ea"/>
                <a:cs typeface="+mn-cs"/>
              </a:rPr>
              <a:t>𝑟𝑒f</a:t>
            </a:r>
            <a:endParaRPr kumimoji="0" lang="en-US" sz="1400" b="0" i="0" u="none" strike="noStrike" kern="1200" cap="none" spc="0" normalizeH="0" baseline="0" noProof="0" dirty="0">
              <a:ln>
                <a:noFill/>
              </a:ln>
              <a:solidFill>
                <a:prstClr val="black"/>
              </a:solidFill>
              <a:effectLst/>
              <a:uLnTx/>
              <a:uFillTx/>
              <a:latin typeface="Public Sans Light"/>
              <a:ea typeface="+mn-ea"/>
              <a:cs typeface="+mn-cs"/>
            </a:endParaRPr>
          </a:p>
        </p:txBody>
      </p:sp>
      <p:sp>
        <p:nvSpPr>
          <p:cNvPr id="3" name="TextBox 2">
            <a:extLst>
              <a:ext uri="{FF2B5EF4-FFF2-40B4-BE49-F238E27FC236}">
                <a16:creationId xmlns:a16="http://schemas.microsoft.com/office/drawing/2014/main" id="{C239313C-C9AE-CDC0-91C3-7D2B596A4295}"/>
              </a:ext>
            </a:extLst>
          </p:cNvPr>
          <p:cNvSpPr txBox="1"/>
          <p:nvPr/>
        </p:nvSpPr>
        <p:spPr>
          <a:xfrm>
            <a:off x="4735375" y="1851105"/>
            <a:ext cx="3793665" cy="954107"/>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solidFill>
                  <a:srgbClr val="BE830E"/>
                </a:solidFill>
                <a:latin typeface="Public Sans"/>
              </a:rPr>
              <a:t>An agent-based matching process</a:t>
            </a:r>
            <a:r>
              <a:rPr kumimoji="0" lang="en-AU" b="0" i="0" u="none" strike="noStrike" kern="1200" cap="none" spc="0" normalizeH="0" baseline="0" noProof="0" dirty="0">
                <a:ln>
                  <a:noFill/>
                </a:ln>
                <a:solidFill>
                  <a:srgbClr val="BE830E"/>
                </a:solidFill>
                <a:effectLst/>
                <a:uLnTx/>
                <a:uFillTx/>
                <a:latin typeface="Public Sans"/>
                <a:ea typeface="+mn-ea"/>
                <a:cs typeface="+mn-cs"/>
              </a:rPr>
              <a:t>:</a:t>
            </a: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kumimoji="0" lang="en-AU" sz="1400" b="0" i="0" u="none" strike="noStrike" kern="1200" cap="none" spc="0" normalizeH="0" baseline="0" noProof="0" dirty="0">
                <a:ln>
                  <a:noFill/>
                </a:ln>
                <a:solidFill>
                  <a:prstClr val="black"/>
                </a:solidFill>
                <a:effectLst/>
                <a:uLnTx/>
                <a:uFillTx/>
                <a:latin typeface="Public Sans Light"/>
                <a:ea typeface="+mn-ea"/>
                <a:cs typeface="+mn-cs"/>
              </a:rPr>
              <a:t>𝐴𝑔𝑒𝑛𝑡_𝑅 (𝑅</a:t>
            </a:r>
            <a:r>
              <a:rPr kumimoji="0" lang="en-AU" sz="1200" b="0" i="0" u="none" strike="noStrike" kern="1200" cap="none" spc="0" normalizeH="0" baseline="0" noProof="0" dirty="0">
                <a:ln>
                  <a:noFill/>
                </a:ln>
                <a:solidFill>
                  <a:prstClr val="black"/>
                </a:solidFill>
                <a:effectLst/>
                <a:uLnTx/>
                <a:uFillTx/>
                <a:latin typeface="Public Sans Light"/>
                <a:ea typeface="+mn-ea"/>
                <a:cs typeface="+mn-cs"/>
              </a:rPr>
              <a:t>𝑖𝑛𝑡</a:t>
            </a:r>
            <a:r>
              <a:rPr kumimoji="0" lang="en-AU" sz="1400" b="0" i="0" u="none" strike="noStrike" kern="1200" cap="none" spc="0" normalizeH="0" baseline="0" noProof="0" dirty="0">
                <a:ln>
                  <a:noFill/>
                </a:ln>
                <a:solidFill>
                  <a:prstClr val="black"/>
                </a:solidFill>
                <a:effectLst/>
                <a:uLnTx/>
                <a:uFillTx/>
                <a:latin typeface="Public Sans Light"/>
                <a:ea typeface="+mn-ea"/>
                <a:cs typeface="+mn-cs"/>
              </a:rPr>
              <a:t>⇒𝑅</a:t>
            </a:r>
            <a:r>
              <a:rPr kumimoji="0" lang="en-AU" sz="1200" b="0" i="0" u="none" strike="noStrike" kern="1200" cap="none" spc="0" normalizeH="0" baseline="0" noProof="0" dirty="0">
                <a:ln>
                  <a:noFill/>
                </a:ln>
                <a:solidFill>
                  <a:prstClr val="black"/>
                </a:solidFill>
                <a:effectLst/>
                <a:uLnTx/>
                <a:uFillTx/>
                <a:latin typeface="Public Sans Light"/>
                <a:ea typeface="+mn-ea"/>
                <a:cs typeface="+mn-cs"/>
              </a:rPr>
              <a:t>𝑒𝑥𝑡</a:t>
            </a:r>
            <a:r>
              <a:rPr kumimoji="0" lang="en-AU" sz="1400" b="0" i="0" u="none" strike="noStrike" kern="1200" cap="none" spc="0" normalizeH="0" baseline="0" noProof="0" dirty="0">
                <a:ln>
                  <a:noFill/>
                </a:ln>
                <a:solidFill>
                  <a:prstClr val="black"/>
                </a:solidFill>
                <a:effectLst/>
                <a:uLnTx/>
                <a:uFillTx/>
                <a:latin typeface="Public Sans Light"/>
                <a:ea typeface="+mn-ea"/>
                <a:cs typeface="+mn-cs"/>
              </a:rPr>
              <a:t>⇒𝑅</a:t>
            </a:r>
            <a:r>
              <a:rPr kumimoji="0" lang="en-AU" sz="1200" b="0" i="0" u="none" strike="noStrike" kern="1200" cap="none" spc="0" normalizeH="0" baseline="0" noProof="0" dirty="0">
                <a:ln>
                  <a:noFill/>
                </a:ln>
                <a:solidFill>
                  <a:prstClr val="black"/>
                </a:solidFill>
                <a:effectLst/>
                <a:uLnTx/>
                <a:uFillTx/>
                <a:latin typeface="Public Sans Light"/>
                <a:ea typeface="+mn-ea"/>
                <a:cs typeface="+mn-cs"/>
              </a:rPr>
              <a:t>𝑠𝑡𝑜</a:t>
            </a:r>
            <a:r>
              <a:rPr kumimoji="0" lang="en-AU" sz="1400" b="0" i="0" u="none" strike="noStrike" kern="1200" cap="none" spc="0" normalizeH="0" baseline="0" noProof="0" dirty="0">
                <a:ln>
                  <a:noFill/>
                </a:ln>
                <a:solidFill>
                  <a:prstClr val="black"/>
                </a:solidFill>
                <a:effectLst/>
                <a:uLnTx/>
                <a:uFillTx/>
                <a:latin typeface="Public Sans Light"/>
                <a:ea typeface="+mn-ea"/>
                <a:cs typeface="+mn-cs"/>
              </a:rPr>
              <a:t>) </a:t>
            </a: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kumimoji="0" lang="en-AU" sz="1400" b="0" i="0" u="none" strike="noStrike" kern="1200" cap="none" spc="0" normalizeH="0" baseline="0" noProof="0" dirty="0">
                <a:ln>
                  <a:noFill/>
                </a:ln>
                <a:solidFill>
                  <a:prstClr val="black"/>
                </a:solidFill>
                <a:effectLst/>
                <a:uLnTx/>
                <a:uFillTx/>
                <a:latin typeface="Public Sans Light"/>
                <a:ea typeface="+mn-ea"/>
                <a:cs typeface="+mn-cs"/>
              </a:rPr>
              <a:t>𝐴𝑔𝑒𝑛𝑡_𝑀 (𝑀</a:t>
            </a:r>
            <a:r>
              <a:rPr kumimoji="0" lang="en-AU" sz="1200" b="0" i="0" u="none" strike="noStrike" kern="1200" cap="none" spc="0" normalizeH="0" baseline="0" noProof="0" dirty="0">
                <a:ln>
                  <a:noFill/>
                </a:ln>
                <a:solidFill>
                  <a:prstClr val="black"/>
                </a:solidFill>
                <a:effectLst/>
                <a:uLnTx/>
                <a:uFillTx/>
                <a:latin typeface="Public Sans Light"/>
                <a:ea typeface="+mn-ea"/>
                <a:cs typeface="+mn-cs"/>
              </a:rPr>
              <a:t>𝑠𝑒𝑎</a:t>
            </a:r>
            <a:r>
              <a:rPr kumimoji="0" lang="en-AU" sz="1400" b="0" i="0" u="none" strike="noStrike" kern="1200" cap="none" spc="0" normalizeH="0" baseline="0" noProof="0" dirty="0">
                <a:ln>
                  <a:noFill/>
                </a:ln>
                <a:solidFill>
                  <a:prstClr val="black"/>
                </a:solidFill>
                <a:effectLst/>
                <a:uLnTx/>
                <a:uFillTx/>
                <a:latin typeface="Public Sans Light"/>
                <a:ea typeface="+mn-ea"/>
                <a:cs typeface="+mn-cs"/>
              </a:rPr>
              <a:t>⇒𝑀</a:t>
            </a:r>
            <a:r>
              <a:rPr kumimoji="0" lang="en-AU" sz="1200" b="0" i="0" u="none" strike="noStrike" kern="1200" cap="none" spc="0" normalizeH="0" baseline="0" noProof="0" dirty="0">
                <a:ln>
                  <a:noFill/>
                </a:ln>
                <a:solidFill>
                  <a:prstClr val="black"/>
                </a:solidFill>
                <a:effectLst/>
                <a:uLnTx/>
                <a:uFillTx/>
                <a:latin typeface="Public Sans Light"/>
                <a:ea typeface="+mn-ea"/>
                <a:cs typeface="+mn-cs"/>
              </a:rPr>
              <a:t>𝑠𝑒𝑙</a:t>
            </a:r>
            <a:r>
              <a:rPr kumimoji="0" lang="en-AU" sz="1400" b="0" i="0" u="none" strike="noStrike" kern="1200" cap="none" spc="0" normalizeH="0" baseline="0" noProof="0" dirty="0">
                <a:ln>
                  <a:noFill/>
                </a:ln>
                <a:solidFill>
                  <a:prstClr val="black"/>
                </a:solidFill>
                <a:effectLst/>
                <a:uLnTx/>
                <a:uFillTx/>
                <a:latin typeface="Public Sans Light"/>
                <a:ea typeface="+mn-ea"/>
                <a:cs typeface="+mn-cs"/>
              </a:rPr>
              <a:t>⇒𝑀</a:t>
            </a:r>
            <a:r>
              <a:rPr kumimoji="0" lang="en-AU" sz="1200" b="0" i="0" u="none" strike="noStrike" kern="1200" cap="none" spc="0" normalizeH="0" baseline="0" noProof="0" dirty="0">
                <a:ln>
                  <a:noFill/>
                </a:ln>
                <a:solidFill>
                  <a:prstClr val="black"/>
                </a:solidFill>
                <a:effectLst/>
                <a:uLnTx/>
                <a:uFillTx/>
                <a:latin typeface="Public Sans Light"/>
                <a:ea typeface="+mn-ea"/>
                <a:cs typeface="+mn-cs"/>
              </a:rPr>
              <a:t>𝑎𝑙𝑔</a:t>
            </a:r>
            <a:r>
              <a:rPr kumimoji="0" lang="en-AU" sz="1400" b="0" i="0" u="none" strike="noStrike" kern="1200" cap="none" spc="0" normalizeH="0" baseline="0" noProof="0" dirty="0">
                <a:ln>
                  <a:noFill/>
                </a:ln>
                <a:solidFill>
                  <a:prstClr val="black"/>
                </a:solidFill>
                <a:effectLst/>
                <a:uLnTx/>
                <a:uFillTx/>
                <a:latin typeface="Public Sans Light"/>
                <a:ea typeface="+mn-ea"/>
                <a:cs typeface="+mn-cs"/>
              </a:rPr>
              <a:t>⇒𝑀</a:t>
            </a:r>
            <a:r>
              <a:rPr kumimoji="0" lang="en-AU" sz="1200" b="0" i="0" u="none" strike="noStrike" kern="1200" cap="none" spc="0" normalizeH="0" baseline="0" noProof="0" dirty="0">
                <a:ln>
                  <a:noFill/>
                </a:ln>
                <a:solidFill>
                  <a:prstClr val="black"/>
                </a:solidFill>
                <a:effectLst/>
                <a:uLnTx/>
                <a:uFillTx/>
                <a:latin typeface="Public Sans Light"/>
                <a:ea typeface="+mn-ea"/>
                <a:cs typeface="+mn-cs"/>
              </a:rPr>
              <a:t>𝑟𝑒𝑓</a:t>
            </a:r>
            <a:r>
              <a:rPr kumimoji="0" lang="en-AU" sz="1400" b="0" i="0" u="none" strike="noStrike" kern="1200" cap="none" spc="0" normalizeH="0" baseline="0" noProof="0" dirty="0">
                <a:ln>
                  <a:noFill/>
                </a:ln>
                <a:solidFill>
                  <a:prstClr val="black"/>
                </a:solidFill>
                <a:effectLst/>
                <a:uLnTx/>
                <a:uFillTx/>
                <a:latin typeface="Public Sans Light"/>
                <a:ea typeface="+mn-ea"/>
                <a:cs typeface="+mn-cs"/>
              </a:rPr>
              <a:t>)</a:t>
            </a:r>
          </a:p>
        </p:txBody>
      </p:sp>
      <p:sp>
        <p:nvSpPr>
          <p:cNvPr id="7" name="Text Placeholder 10">
            <a:extLst>
              <a:ext uri="{FF2B5EF4-FFF2-40B4-BE49-F238E27FC236}">
                <a16:creationId xmlns:a16="http://schemas.microsoft.com/office/drawing/2014/main" id="{316ECF7F-A14C-52BC-8EE5-66509F7F4EC9}"/>
              </a:ext>
            </a:extLst>
          </p:cNvPr>
          <p:cNvSpPr txBox="1">
            <a:spLocks/>
          </p:cNvSpPr>
          <p:nvPr/>
        </p:nvSpPr>
        <p:spPr>
          <a:xfrm>
            <a:off x="263983" y="252008"/>
            <a:ext cx="8331367" cy="508088"/>
          </a:xfrm>
          <a:prstGeom prst="rect">
            <a:avLst/>
          </a:prstGeom>
        </p:spPr>
        <p:txBody>
          <a:bodyPr vert="horz" lIns="0" tIns="0" rIns="0" bIns="0" rtlCol="0">
            <a:normAutofit/>
          </a:bodyPr>
          <a:lstStyle>
            <a:lvl1pPr marL="0" indent="0" algn="l" defTabSz="685800" rtl="0" eaLnBrk="1" latinLnBrk="0" hangingPunct="1">
              <a:lnSpc>
                <a:spcPct val="80000"/>
              </a:lnSpc>
              <a:spcBef>
                <a:spcPts val="0"/>
              </a:spcBef>
              <a:spcAft>
                <a:spcPts val="1800"/>
              </a:spcAft>
              <a:buFont typeface="Arial" panose="020B0604020202020204" pitchFamily="34" charset="0"/>
              <a:buNone/>
              <a:defRPr sz="3600" b="0" kern="1200">
                <a:solidFill>
                  <a:schemeClr val="accent1"/>
                </a:solidFill>
                <a:latin typeface="+mj-lt"/>
                <a:ea typeface="+mn-ea"/>
                <a:cs typeface="+mn-cs"/>
              </a:defRPr>
            </a:lvl1pPr>
            <a:lvl2pPr marL="0" indent="0" algn="l" defTabSz="685800" rtl="0" eaLnBrk="1" latinLnBrk="0" hangingPunct="1">
              <a:lnSpc>
                <a:spcPct val="100000"/>
              </a:lnSpc>
              <a:spcBef>
                <a:spcPts val="0"/>
              </a:spcBef>
              <a:spcAft>
                <a:spcPts val="600"/>
              </a:spcAft>
              <a:buFont typeface="Arial" panose="020B0604020202020204" pitchFamily="34" charset="0"/>
              <a:buNone/>
              <a:defRPr sz="1800" kern="1200">
                <a:solidFill>
                  <a:schemeClr val="accent1"/>
                </a:solidFill>
                <a:latin typeface="+mn-lt"/>
                <a:ea typeface="+mn-ea"/>
                <a:cs typeface="+mn-cs"/>
              </a:defRPr>
            </a:lvl2pPr>
            <a:lvl3pPr marL="180000" indent="-180000" algn="l" defTabSz="685800" rtl="0" eaLnBrk="1" latinLnBrk="0" hangingPunct="1">
              <a:lnSpc>
                <a:spcPct val="100000"/>
              </a:lnSpc>
              <a:spcBef>
                <a:spcPts val="0"/>
              </a:spcBef>
              <a:spcAft>
                <a:spcPts val="600"/>
              </a:spcAft>
              <a:buClr>
                <a:schemeClr val="accent1"/>
              </a:buClr>
              <a:buFont typeface="Arial" panose="020B0604020202020204" pitchFamily="34" charset="0"/>
              <a:buChar char="•"/>
              <a:defRPr sz="3600" kern="1200">
                <a:solidFill>
                  <a:schemeClr val="tx1"/>
                </a:solidFill>
                <a:latin typeface="+mn-lt"/>
                <a:ea typeface="+mn-ea"/>
                <a:cs typeface="+mn-cs"/>
              </a:defRPr>
            </a:lvl3pPr>
            <a:lvl4pPr marL="360000" indent="-180000" algn="l" defTabSz="685800" rtl="0" eaLnBrk="1" latinLnBrk="0" hangingPunct="1">
              <a:lnSpc>
                <a:spcPct val="100000"/>
              </a:lnSpc>
              <a:spcBef>
                <a:spcPts val="0"/>
              </a:spcBef>
              <a:spcAft>
                <a:spcPts val="600"/>
              </a:spcAft>
              <a:buClr>
                <a:schemeClr val="accent1"/>
              </a:buClr>
              <a:buFont typeface="Times New Roman" panose="02020603050405020304" pitchFamily="18" charset="0"/>
              <a:buChar char="–"/>
              <a:defRPr sz="3600" kern="1200">
                <a:solidFill>
                  <a:schemeClr val="tx1"/>
                </a:solidFill>
                <a:latin typeface="+mn-lt"/>
                <a:ea typeface="+mn-ea"/>
                <a:cs typeface="+mn-cs"/>
              </a:defRPr>
            </a:lvl4pPr>
            <a:lvl5pPr marL="540000" indent="-180000" algn="l" defTabSz="685800" rtl="0" eaLnBrk="1" latinLnBrk="0" hangingPunct="1">
              <a:lnSpc>
                <a:spcPct val="100000"/>
              </a:lnSpc>
              <a:spcBef>
                <a:spcPts val="0"/>
              </a:spcBef>
              <a:spcAft>
                <a:spcPts val="600"/>
              </a:spcAft>
              <a:buClr>
                <a:schemeClr val="accent1"/>
              </a:buClr>
              <a:buFont typeface="Sofia Pro Light" panose="020B0000000000000000" pitchFamily="34" charset="0"/>
              <a:buChar char="»"/>
              <a:defRPr sz="3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03 Matching with LLM Agents</a:t>
            </a:r>
          </a:p>
        </p:txBody>
      </p:sp>
      <p:sp>
        <p:nvSpPr>
          <p:cNvPr id="10" name="TextBox 9">
            <a:extLst>
              <a:ext uri="{FF2B5EF4-FFF2-40B4-BE49-F238E27FC236}">
                <a16:creationId xmlns:a16="http://schemas.microsoft.com/office/drawing/2014/main" id="{C878B698-38FA-F9A2-6F90-05684C6AE0AE}"/>
              </a:ext>
            </a:extLst>
          </p:cNvPr>
          <p:cNvSpPr txBox="1"/>
          <p:nvPr/>
        </p:nvSpPr>
        <p:spPr>
          <a:xfrm>
            <a:off x="4735375" y="3074776"/>
            <a:ext cx="1934860" cy="1092607"/>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1400" dirty="0">
                <a:solidFill>
                  <a:srgbClr val="BE830E"/>
                </a:solidFill>
                <a:latin typeface="Public Sans"/>
              </a:rPr>
              <a:t>Abbreviations</a:t>
            </a:r>
            <a:r>
              <a:rPr kumimoji="0" lang="en-AU" sz="1400" b="0" i="0" u="none" strike="noStrike" kern="1200" cap="none" spc="0" normalizeH="0" baseline="0" noProof="0" dirty="0">
                <a:ln>
                  <a:noFill/>
                </a:ln>
                <a:solidFill>
                  <a:srgbClr val="BE830E"/>
                </a:solidFill>
                <a:effectLst/>
                <a:uLnTx/>
                <a:uFillTx/>
                <a:latin typeface="Public Sans"/>
                <a:ea typeface="+mn-ea"/>
                <a:cs typeface="+mn-cs"/>
              </a:rPr>
              <a:t>:</a:t>
            </a:r>
          </a:p>
          <a:p>
            <a:pPr marL="171450" marR="0" lvl="2" indent="-1714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kumimoji="0" lang="en-AU" sz="1200" b="0" i="0" u="none" strike="noStrike" kern="1200" cap="none" spc="0" normalizeH="0" baseline="0" noProof="0" dirty="0">
                <a:ln>
                  <a:noFill/>
                </a:ln>
                <a:solidFill>
                  <a:prstClr val="black"/>
                </a:solidFill>
                <a:effectLst/>
                <a:uLnTx/>
                <a:uFillTx/>
                <a:latin typeface="Public Sans Light"/>
                <a:ea typeface="+mn-ea"/>
                <a:cs typeface="+mn-cs"/>
              </a:rPr>
              <a:t>𝑅</a:t>
            </a:r>
            <a:r>
              <a:rPr kumimoji="0" lang="en-AU" sz="1100" b="0" i="0" u="none" strike="noStrike" kern="1200" cap="none" spc="0" normalizeH="0" baseline="0" noProof="0" dirty="0">
                <a:ln>
                  <a:noFill/>
                </a:ln>
                <a:solidFill>
                  <a:prstClr val="black"/>
                </a:solidFill>
                <a:effectLst/>
                <a:uLnTx/>
                <a:uFillTx/>
                <a:latin typeface="Public Sans Light"/>
                <a:ea typeface="+mn-ea"/>
                <a:cs typeface="+mn-cs"/>
              </a:rPr>
              <a:t>𝑖𝑛𝑡</a:t>
            </a:r>
            <a:r>
              <a:rPr kumimoji="0" lang="en-AU" sz="1200" b="0" i="0" u="none" strike="noStrike" kern="1200" cap="none" spc="0" normalizeH="0" baseline="0" noProof="0" dirty="0">
                <a:ln>
                  <a:noFill/>
                </a:ln>
                <a:solidFill>
                  <a:prstClr val="black"/>
                </a:solidFill>
                <a:effectLst/>
                <a:uLnTx/>
                <a:uFillTx/>
                <a:latin typeface="Public Sans Light"/>
                <a:ea typeface="+mn-ea"/>
                <a:cs typeface="+mn-cs"/>
              </a:rPr>
              <a:t> = Internal retriever</a:t>
            </a:r>
          </a:p>
          <a:p>
            <a:pPr marL="171450" marR="0" lvl="2" indent="-1714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kumimoji="0" lang="en-AU" sz="1200" b="0" i="0" u="none" strike="noStrike" kern="1200" cap="none" spc="0" normalizeH="0" baseline="0" noProof="0" dirty="0">
                <a:ln>
                  <a:noFill/>
                </a:ln>
                <a:solidFill>
                  <a:prstClr val="black"/>
                </a:solidFill>
                <a:effectLst/>
                <a:uLnTx/>
                <a:uFillTx/>
                <a:latin typeface="Public Sans Light"/>
                <a:ea typeface="+mn-ea"/>
                <a:cs typeface="+mn-cs"/>
              </a:rPr>
              <a:t>𝑅</a:t>
            </a:r>
            <a:r>
              <a:rPr kumimoji="0" lang="en-AU" sz="1100" b="0" i="0" u="none" strike="noStrike" kern="1200" cap="none" spc="0" normalizeH="0" baseline="0" noProof="0" dirty="0">
                <a:ln>
                  <a:noFill/>
                </a:ln>
                <a:solidFill>
                  <a:prstClr val="black"/>
                </a:solidFill>
                <a:effectLst/>
                <a:uLnTx/>
                <a:uFillTx/>
                <a:latin typeface="Public Sans Light"/>
                <a:ea typeface="+mn-ea"/>
                <a:cs typeface="+mn-cs"/>
              </a:rPr>
              <a:t>𝑒𝑥𝑡</a:t>
            </a:r>
            <a:r>
              <a:rPr kumimoji="0" lang="en-AU" sz="1200" b="0" i="0" u="none" strike="noStrike" kern="1200" cap="none" spc="0" normalizeH="0" baseline="0" noProof="0" dirty="0">
                <a:ln>
                  <a:noFill/>
                </a:ln>
                <a:solidFill>
                  <a:prstClr val="black"/>
                </a:solidFill>
                <a:effectLst/>
                <a:uLnTx/>
                <a:uFillTx/>
                <a:latin typeface="Public Sans Light"/>
                <a:ea typeface="+mn-ea"/>
                <a:cs typeface="+mn-cs"/>
              </a:rPr>
              <a:t> = External retriever</a:t>
            </a:r>
          </a:p>
          <a:p>
            <a:pPr marL="171450" marR="0" lvl="2" indent="-1714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kumimoji="0" lang="en-AU" sz="1200" b="0" i="0" u="none" strike="noStrike" kern="1200" cap="none" spc="0" normalizeH="0" baseline="0" noProof="0" dirty="0">
                <a:ln>
                  <a:noFill/>
                </a:ln>
                <a:solidFill>
                  <a:prstClr val="black"/>
                </a:solidFill>
                <a:effectLst/>
                <a:uLnTx/>
                <a:uFillTx/>
                <a:latin typeface="Public Sans Light"/>
                <a:ea typeface="+mn-ea"/>
                <a:cs typeface="+mn-cs"/>
              </a:rPr>
              <a:t>𝑅</a:t>
            </a:r>
            <a:r>
              <a:rPr kumimoji="0" lang="en-AU" sz="1100" b="0" i="0" u="none" strike="noStrike" kern="1200" cap="none" spc="0" normalizeH="0" baseline="0" noProof="0" dirty="0">
                <a:ln>
                  <a:noFill/>
                </a:ln>
                <a:solidFill>
                  <a:prstClr val="black"/>
                </a:solidFill>
                <a:effectLst/>
                <a:uLnTx/>
                <a:uFillTx/>
                <a:latin typeface="Public Sans Light"/>
                <a:ea typeface="+mn-ea"/>
                <a:cs typeface="+mn-cs"/>
              </a:rPr>
              <a:t>𝑠𝑡𝑜</a:t>
            </a:r>
            <a:r>
              <a:rPr lang="en-AU" sz="1200" dirty="0">
                <a:solidFill>
                  <a:prstClr val="black"/>
                </a:solidFill>
                <a:latin typeface="Public Sans Light"/>
              </a:rPr>
              <a:t> = Store information</a:t>
            </a:r>
          </a:p>
        </p:txBody>
      </p:sp>
      <p:sp>
        <p:nvSpPr>
          <p:cNvPr id="11" name="TextBox 10">
            <a:extLst>
              <a:ext uri="{FF2B5EF4-FFF2-40B4-BE49-F238E27FC236}">
                <a16:creationId xmlns:a16="http://schemas.microsoft.com/office/drawing/2014/main" id="{2BDB7027-3BE9-E6FF-D3F1-6F4492893454}"/>
              </a:ext>
            </a:extLst>
          </p:cNvPr>
          <p:cNvSpPr txBox="1"/>
          <p:nvPr/>
        </p:nvSpPr>
        <p:spPr>
          <a:xfrm>
            <a:off x="6670235" y="3105554"/>
            <a:ext cx="2122195" cy="1061829"/>
          </a:xfrm>
          <a:prstGeom prst="rect">
            <a:avLst/>
          </a:prstGeom>
          <a:noFill/>
        </p:spPr>
        <p:txBody>
          <a:bodyPr wrap="square" rtlCol="0">
            <a:spAutoFit/>
          </a:bodyPr>
          <a:lstStyle/>
          <a:p>
            <a:pPr marL="171450" lvl="2" indent="-171450" defTabSz="685800">
              <a:spcAft>
                <a:spcPts val="600"/>
              </a:spcAft>
              <a:buClr>
                <a:srgbClr val="BE830E"/>
              </a:buClr>
              <a:buFont typeface="Wingdings" panose="05000000000000000000" pitchFamily="2" charset="2"/>
              <a:buChar char="Ø"/>
              <a:defRPr/>
            </a:pPr>
            <a:r>
              <a:rPr kumimoji="0" lang="en-AU" sz="1200" b="0" i="0" u="none" strike="noStrike" kern="1200" cap="none" spc="0" normalizeH="0" baseline="0" noProof="0" dirty="0">
                <a:ln>
                  <a:noFill/>
                </a:ln>
                <a:solidFill>
                  <a:prstClr val="black"/>
                </a:solidFill>
                <a:effectLst/>
                <a:uLnTx/>
                <a:uFillTx/>
                <a:latin typeface="Public Sans Light"/>
                <a:ea typeface="+mn-ea"/>
                <a:cs typeface="+mn-cs"/>
              </a:rPr>
              <a:t>𝑀</a:t>
            </a:r>
            <a:r>
              <a:rPr kumimoji="0" lang="en-AU" sz="1100" b="0" i="0" u="none" strike="noStrike" kern="1200" cap="none" spc="0" normalizeH="0" baseline="0" noProof="0" dirty="0">
                <a:ln>
                  <a:noFill/>
                </a:ln>
                <a:solidFill>
                  <a:prstClr val="black"/>
                </a:solidFill>
                <a:effectLst/>
                <a:uLnTx/>
                <a:uFillTx/>
                <a:latin typeface="Public Sans Light"/>
                <a:ea typeface="+mn-ea"/>
                <a:cs typeface="+mn-cs"/>
              </a:rPr>
              <a:t>𝑠𝑒𝑎</a:t>
            </a:r>
            <a:r>
              <a:rPr lang="en-US" sz="1200" dirty="0">
                <a:solidFill>
                  <a:prstClr val="black"/>
                </a:solidFill>
                <a:latin typeface="Public Sans Light"/>
              </a:rPr>
              <a:t> = Search information</a:t>
            </a:r>
            <a:endParaRPr kumimoji="0" lang="en-AU" sz="1200" b="0" i="0" u="none" strike="noStrike" kern="1200" cap="none" spc="0" normalizeH="0" baseline="0" noProof="0" dirty="0">
              <a:ln>
                <a:noFill/>
              </a:ln>
              <a:solidFill>
                <a:prstClr val="black"/>
              </a:solidFill>
              <a:effectLst/>
              <a:uLnTx/>
              <a:uFillTx/>
              <a:latin typeface="Public Sans Light"/>
              <a:ea typeface="+mn-ea"/>
              <a:cs typeface="+mn-cs"/>
            </a:endParaRPr>
          </a:p>
          <a:p>
            <a:pPr marL="171450" marR="0" lvl="2" indent="-1714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kumimoji="0" lang="en-AU" sz="1200" b="0" i="0" u="none" strike="noStrike" kern="1200" cap="none" spc="0" normalizeH="0" baseline="0" noProof="0" dirty="0">
                <a:ln>
                  <a:noFill/>
                </a:ln>
                <a:solidFill>
                  <a:prstClr val="black"/>
                </a:solidFill>
                <a:effectLst/>
                <a:uLnTx/>
                <a:uFillTx/>
                <a:latin typeface="Public Sans Light"/>
                <a:ea typeface="+mn-ea"/>
                <a:cs typeface="+mn-cs"/>
              </a:rPr>
              <a:t>𝑀</a:t>
            </a:r>
            <a:r>
              <a:rPr kumimoji="0" lang="en-AU" sz="1100" b="0" i="0" u="none" strike="noStrike" kern="1200" cap="none" spc="0" normalizeH="0" baseline="0" noProof="0" dirty="0">
                <a:ln>
                  <a:noFill/>
                </a:ln>
                <a:solidFill>
                  <a:prstClr val="black"/>
                </a:solidFill>
                <a:effectLst/>
                <a:uLnTx/>
                <a:uFillTx/>
                <a:latin typeface="Public Sans Light"/>
                <a:ea typeface="+mn-ea"/>
                <a:cs typeface="+mn-cs"/>
              </a:rPr>
              <a:t>𝑠𝑒𝑙</a:t>
            </a:r>
            <a:r>
              <a:rPr kumimoji="0" lang="en-AU" sz="1200" b="0" i="0" u="none" strike="noStrike" kern="1200" cap="none" spc="0" normalizeH="0" baseline="0" noProof="0" dirty="0">
                <a:ln>
                  <a:noFill/>
                </a:ln>
                <a:solidFill>
                  <a:prstClr val="black"/>
                </a:solidFill>
                <a:effectLst/>
                <a:uLnTx/>
                <a:uFillTx/>
                <a:latin typeface="Public Sans Light"/>
                <a:ea typeface="+mn-ea"/>
                <a:cs typeface="+mn-cs"/>
              </a:rPr>
              <a:t> = Candidate selection</a:t>
            </a:r>
          </a:p>
          <a:p>
            <a:pPr marL="171450" marR="0" lvl="2" indent="-1714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kumimoji="0" lang="en-US" sz="1200" b="0" i="0" u="none" strike="noStrike" kern="1200" cap="none" spc="0" normalizeH="0" baseline="0" noProof="0" dirty="0">
                <a:ln>
                  <a:noFill/>
                </a:ln>
                <a:solidFill>
                  <a:prstClr val="black"/>
                </a:solidFill>
                <a:effectLst/>
                <a:uLnTx/>
                <a:uFillTx/>
                <a:latin typeface="Public Sans Light"/>
                <a:ea typeface="+mn-ea"/>
                <a:cs typeface="+mn-cs"/>
              </a:rPr>
              <a:t>𝑀</a:t>
            </a:r>
            <a:r>
              <a:rPr kumimoji="0" lang="en-US" sz="1100" b="0" i="0" u="none" strike="noStrike" kern="1200" cap="none" spc="0" normalizeH="0" baseline="0" noProof="0" dirty="0">
                <a:ln>
                  <a:noFill/>
                </a:ln>
                <a:solidFill>
                  <a:prstClr val="black"/>
                </a:solidFill>
                <a:effectLst/>
                <a:uLnTx/>
                <a:uFillTx/>
                <a:latin typeface="Public Sans Light"/>
                <a:ea typeface="+mn-ea"/>
                <a:cs typeface="+mn-cs"/>
              </a:rPr>
              <a:t>𝑎𝑙𝑔</a:t>
            </a:r>
            <a:r>
              <a:rPr kumimoji="0" lang="en-US" sz="1200" b="0" i="0" u="none" strike="noStrike" kern="1200" cap="none" spc="0" normalizeH="0" baseline="0" noProof="0" dirty="0">
                <a:ln>
                  <a:noFill/>
                </a:ln>
                <a:solidFill>
                  <a:prstClr val="black"/>
                </a:solidFill>
                <a:effectLst/>
                <a:uLnTx/>
                <a:uFillTx/>
                <a:latin typeface="Public Sans Light"/>
                <a:ea typeface="+mn-ea"/>
                <a:cs typeface="+mn-cs"/>
              </a:rPr>
              <a:t> = Matching algorithm</a:t>
            </a:r>
          </a:p>
          <a:p>
            <a:pPr marL="171450" marR="0" lvl="2" indent="-1714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kumimoji="0" lang="en-US" sz="1200" b="0" i="0" u="none" strike="noStrike" kern="1200" cap="none" spc="0" normalizeH="0" baseline="0" noProof="0" dirty="0">
                <a:ln>
                  <a:noFill/>
                </a:ln>
                <a:solidFill>
                  <a:prstClr val="black"/>
                </a:solidFill>
                <a:effectLst/>
                <a:uLnTx/>
                <a:uFillTx/>
                <a:latin typeface="Public Sans Light"/>
                <a:ea typeface="+mn-ea"/>
                <a:cs typeface="+mn-cs"/>
              </a:rPr>
              <a:t>𝑀</a:t>
            </a:r>
            <a:r>
              <a:rPr kumimoji="0" lang="en-US" sz="1100" b="0" i="0" u="none" strike="noStrike" kern="1200" cap="none" spc="0" normalizeH="0" baseline="0" noProof="0" dirty="0">
                <a:ln>
                  <a:noFill/>
                </a:ln>
                <a:solidFill>
                  <a:prstClr val="black"/>
                </a:solidFill>
                <a:effectLst/>
                <a:uLnTx/>
                <a:uFillTx/>
                <a:latin typeface="Public Sans Light"/>
                <a:ea typeface="+mn-ea"/>
                <a:cs typeface="+mn-cs"/>
              </a:rPr>
              <a:t>𝑟𝑒f </a:t>
            </a:r>
            <a:r>
              <a:rPr kumimoji="0" lang="en-US" sz="1200" b="0" i="0" u="none" strike="noStrike" kern="1200" cap="none" spc="0" normalizeH="0" baseline="0" noProof="0" dirty="0">
                <a:ln>
                  <a:noFill/>
                </a:ln>
                <a:solidFill>
                  <a:prstClr val="black"/>
                </a:solidFill>
                <a:effectLst/>
                <a:uLnTx/>
                <a:uFillTx/>
                <a:latin typeface="Public Sans Light"/>
                <a:ea typeface="+mn-ea"/>
                <a:cs typeface="+mn-cs"/>
              </a:rPr>
              <a:t>= Matching refinement</a:t>
            </a:r>
          </a:p>
        </p:txBody>
      </p:sp>
      <p:pic>
        <p:nvPicPr>
          <p:cNvPr id="6" name="Picture 5" descr="A diagram of a process&#10;&#10;Description automatically generated">
            <a:extLst>
              <a:ext uri="{FF2B5EF4-FFF2-40B4-BE49-F238E27FC236}">
                <a16:creationId xmlns:a16="http://schemas.microsoft.com/office/drawing/2014/main" id="{44848642-9924-7FCA-A9EA-DF6F9D75D4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695" y="760096"/>
            <a:ext cx="4569830" cy="4008054"/>
          </a:xfrm>
          <a:prstGeom prst="rect">
            <a:avLst/>
          </a:prstGeom>
        </p:spPr>
      </p:pic>
    </p:spTree>
    <p:extLst>
      <p:ext uri="{BB962C8B-B14F-4D97-AF65-F5344CB8AC3E}">
        <p14:creationId xmlns:p14="http://schemas.microsoft.com/office/powerpoint/2010/main" val="590839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011F82E-DB1F-4ECC-B637-B7774EFBDA8D}"/>
              </a:ext>
            </a:extLst>
          </p:cNvPr>
          <p:cNvSpPr>
            <a:spLocks noGrp="1"/>
          </p:cNvSpPr>
          <p:nvPr>
            <p:ph type="ftr" sz="quarter" idx="11"/>
          </p:nvPr>
        </p:nvSpPr>
        <p:spPr>
          <a:xfrm>
            <a:off x="844200" y="4914000"/>
            <a:ext cx="4320000" cy="108000"/>
          </a:xfrm>
        </p:spPr>
        <p:txBody>
          <a:bodyPr/>
          <a:lstStyle/>
          <a:p>
            <a:r>
              <a:rPr lang="en-US" dirty="0"/>
              <a:t>ANU SCHOOL OF COMPUTING  |   Agent-OM: Leveraging LLM Agents for Ontology Matching</a:t>
            </a:r>
          </a:p>
          <a:p>
            <a:endParaRPr lang="en-AU" dirty="0"/>
          </a:p>
        </p:txBody>
      </p:sp>
      <p:sp>
        <p:nvSpPr>
          <p:cNvPr id="5" name="Slide Number Placeholder 4">
            <a:extLst>
              <a:ext uri="{FF2B5EF4-FFF2-40B4-BE49-F238E27FC236}">
                <a16:creationId xmlns:a16="http://schemas.microsoft.com/office/drawing/2014/main" id="{B9AA64DA-1709-49F5-8FEC-EB4B418BA4AD}"/>
              </a:ext>
            </a:extLst>
          </p:cNvPr>
          <p:cNvSpPr>
            <a:spLocks noGrp="1"/>
          </p:cNvSpPr>
          <p:nvPr>
            <p:ph type="sldNum" sz="quarter" idx="12"/>
          </p:nvPr>
        </p:nvSpPr>
        <p:spPr>
          <a:xfrm>
            <a:off x="324000" y="4914000"/>
            <a:ext cx="360000" cy="108000"/>
          </a:xfrm>
        </p:spPr>
        <p:txBody>
          <a:bodyPr/>
          <a:lstStyle/>
          <a:p>
            <a:fld id="{10A01DC5-1685-4615-8240-15192985C6A2}" type="slidenum">
              <a:rPr lang="en-AU" smtClean="0"/>
              <a:pPr/>
              <a:t>7</a:t>
            </a:fld>
            <a:endParaRPr lang="en-AU"/>
          </a:p>
        </p:txBody>
      </p:sp>
      <p:sp>
        <p:nvSpPr>
          <p:cNvPr id="9" name="TextBox 8">
            <a:extLst>
              <a:ext uri="{FF2B5EF4-FFF2-40B4-BE49-F238E27FC236}">
                <a16:creationId xmlns:a16="http://schemas.microsoft.com/office/drawing/2014/main" id="{C251C958-9FE2-179A-0761-4EEE14C4DE08}"/>
              </a:ext>
            </a:extLst>
          </p:cNvPr>
          <p:cNvSpPr txBox="1"/>
          <p:nvPr/>
        </p:nvSpPr>
        <p:spPr>
          <a:xfrm>
            <a:off x="581174" y="920914"/>
            <a:ext cx="2890711" cy="1692771"/>
          </a:xfrm>
          <a:prstGeom prst="rect">
            <a:avLst/>
          </a:prstGeom>
          <a:noFill/>
        </p:spPr>
        <p:txBody>
          <a:bodyPr wrap="square" rtlCol="0">
            <a:spAutoFit/>
          </a:bodyPr>
          <a:lstStyle/>
          <a:p>
            <a:pPr marL="285750" lvl="2" indent="-285750" defTabSz="685800">
              <a:spcAft>
                <a:spcPts val="600"/>
              </a:spcAft>
              <a:buClr>
                <a:srgbClr val="BE830E"/>
              </a:buClr>
              <a:buFont typeface="Wingdings" panose="05000000000000000000" pitchFamily="2" charset="2"/>
              <a:buChar char="Ø"/>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Metadata Retriever (𝑅𝑖𝑛𝑡)</a:t>
            </a:r>
          </a:p>
          <a:p>
            <a:pPr marL="285750" lvl="2" indent="-285750" defTabSz="685800">
              <a:spcAft>
                <a:spcPts val="600"/>
              </a:spcAft>
              <a:buClr>
                <a:srgbClr val="BE830E"/>
              </a:buClr>
              <a:buFont typeface="Wingdings" panose="05000000000000000000" pitchFamily="2" charset="2"/>
              <a:buChar char="Ø"/>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Syntactic Retriever (𝑅𝑖𝑛𝑡)</a:t>
            </a:r>
          </a:p>
          <a:p>
            <a:pPr marL="285750" lvl="2" indent="-285750" defTabSz="685800">
              <a:spcAft>
                <a:spcPts val="600"/>
              </a:spcAft>
              <a:buClr>
                <a:srgbClr val="BE830E"/>
              </a:buClr>
              <a:buFont typeface="Wingdings" panose="05000000000000000000" pitchFamily="2" charset="2"/>
              <a:buChar char="Ø"/>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Lexical Retriever (𝑅𝑖𝑛𝑡 &amp; 𝑅𝑒𝑥𝑡)</a:t>
            </a:r>
          </a:p>
          <a:p>
            <a:pPr marL="285750" lvl="2" indent="-285750" defTabSz="685800">
              <a:spcAft>
                <a:spcPts val="600"/>
              </a:spcAft>
              <a:buClr>
                <a:srgbClr val="BE830E"/>
              </a:buClr>
              <a:buFont typeface="Wingdings" panose="05000000000000000000" pitchFamily="2" charset="2"/>
              <a:buChar char="Ø"/>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Semantic Retriever (𝑅𝑖𝑛𝑡)</a:t>
            </a:r>
          </a:p>
          <a:p>
            <a:pPr marL="285750" lvl="2" indent="-285750" defTabSz="685800">
              <a:spcAft>
                <a:spcPts val="600"/>
              </a:spcAft>
              <a:buClr>
                <a:srgbClr val="BE830E"/>
              </a:buClr>
              <a:buFont typeface="Wingdings" panose="05000000000000000000" pitchFamily="2" charset="2"/>
              <a:buChar char="Ø"/>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Hybrid Database Store with Content Embedder (𝑅𝑠𝑡𝑜)</a:t>
            </a:r>
          </a:p>
        </p:txBody>
      </p:sp>
      <p:sp>
        <p:nvSpPr>
          <p:cNvPr id="7" name="Text Placeholder 10">
            <a:extLst>
              <a:ext uri="{FF2B5EF4-FFF2-40B4-BE49-F238E27FC236}">
                <a16:creationId xmlns:a16="http://schemas.microsoft.com/office/drawing/2014/main" id="{316ECF7F-A14C-52BC-8EE5-66509F7F4EC9}"/>
              </a:ext>
            </a:extLst>
          </p:cNvPr>
          <p:cNvSpPr txBox="1">
            <a:spLocks/>
          </p:cNvSpPr>
          <p:nvPr/>
        </p:nvSpPr>
        <p:spPr>
          <a:xfrm>
            <a:off x="581174" y="328503"/>
            <a:ext cx="3087860" cy="508088"/>
          </a:xfrm>
          <a:prstGeom prst="rect">
            <a:avLst/>
          </a:prstGeom>
        </p:spPr>
        <p:txBody>
          <a:bodyPr vert="horz" lIns="0" tIns="0" rIns="0" bIns="0" rtlCol="0">
            <a:normAutofit/>
          </a:bodyPr>
          <a:lstStyle>
            <a:lvl1pPr marL="0" indent="0" algn="l" defTabSz="685800" rtl="0" eaLnBrk="1" latinLnBrk="0" hangingPunct="1">
              <a:lnSpc>
                <a:spcPct val="80000"/>
              </a:lnSpc>
              <a:spcBef>
                <a:spcPts val="0"/>
              </a:spcBef>
              <a:spcAft>
                <a:spcPts val="1800"/>
              </a:spcAft>
              <a:buFont typeface="Arial" panose="020B0604020202020204" pitchFamily="34" charset="0"/>
              <a:buNone/>
              <a:defRPr sz="3600" b="0" kern="1200">
                <a:solidFill>
                  <a:schemeClr val="accent1"/>
                </a:solidFill>
                <a:latin typeface="+mj-lt"/>
                <a:ea typeface="+mn-ea"/>
                <a:cs typeface="+mn-cs"/>
              </a:defRPr>
            </a:lvl1pPr>
            <a:lvl2pPr marL="0" indent="0" algn="l" defTabSz="685800" rtl="0" eaLnBrk="1" latinLnBrk="0" hangingPunct="1">
              <a:lnSpc>
                <a:spcPct val="100000"/>
              </a:lnSpc>
              <a:spcBef>
                <a:spcPts val="0"/>
              </a:spcBef>
              <a:spcAft>
                <a:spcPts val="600"/>
              </a:spcAft>
              <a:buFont typeface="Arial" panose="020B0604020202020204" pitchFamily="34" charset="0"/>
              <a:buNone/>
              <a:defRPr sz="1800" kern="1200">
                <a:solidFill>
                  <a:schemeClr val="accent1"/>
                </a:solidFill>
                <a:latin typeface="+mn-lt"/>
                <a:ea typeface="+mn-ea"/>
                <a:cs typeface="+mn-cs"/>
              </a:defRPr>
            </a:lvl2pPr>
            <a:lvl3pPr marL="180000" indent="-180000" algn="l" defTabSz="685800" rtl="0" eaLnBrk="1" latinLnBrk="0" hangingPunct="1">
              <a:lnSpc>
                <a:spcPct val="100000"/>
              </a:lnSpc>
              <a:spcBef>
                <a:spcPts val="0"/>
              </a:spcBef>
              <a:spcAft>
                <a:spcPts val="600"/>
              </a:spcAft>
              <a:buClr>
                <a:schemeClr val="accent1"/>
              </a:buClr>
              <a:buFont typeface="Arial" panose="020B0604020202020204" pitchFamily="34" charset="0"/>
              <a:buChar char="•"/>
              <a:defRPr sz="3600" kern="1200">
                <a:solidFill>
                  <a:schemeClr val="tx1"/>
                </a:solidFill>
                <a:latin typeface="+mn-lt"/>
                <a:ea typeface="+mn-ea"/>
                <a:cs typeface="+mn-cs"/>
              </a:defRPr>
            </a:lvl3pPr>
            <a:lvl4pPr marL="360000" indent="-180000" algn="l" defTabSz="685800" rtl="0" eaLnBrk="1" latinLnBrk="0" hangingPunct="1">
              <a:lnSpc>
                <a:spcPct val="100000"/>
              </a:lnSpc>
              <a:spcBef>
                <a:spcPts val="0"/>
              </a:spcBef>
              <a:spcAft>
                <a:spcPts val="600"/>
              </a:spcAft>
              <a:buClr>
                <a:schemeClr val="accent1"/>
              </a:buClr>
              <a:buFont typeface="Times New Roman" panose="02020603050405020304" pitchFamily="18" charset="0"/>
              <a:buChar char="–"/>
              <a:defRPr sz="3600" kern="1200">
                <a:solidFill>
                  <a:schemeClr val="tx1"/>
                </a:solidFill>
                <a:latin typeface="+mn-lt"/>
                <a:ea typeface="+mn-ea"/>
                <a:cs typeface="+mn-cs"/>
              </a:defRPr>
            </a:lvl4pPr>
            <a:lvl5pPr marL="540000" indent="-180000" algn="l" defTabSz="685800" rtl="0" eaLnBrk="1" latinLnBrk="0" hangingPunct="1">
              <a:lnSpc>
                <a:spcPct val="100000"/>
              </a:lnSpc>
              <a:spcBef>
                <a:spcPts val="0"/>
              </a:spcBef>
              <a:spcAft>
                <a:spcPts val="600"/>
              </a:spcAft>
              <a:buClr>
                <a:schemeClr val="accent1"/>
              </a:buClr>
              <a:buFont typeface="Sofia Pro Light" panose="020B0000000000000000" pitchFamily="34" charset="0"/>
              <a:buChar char="»"/>
              <a:defRPr sz="3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Retrieval Agent</a:t>
            </a:r>
          </a:p>
        </p:txBody>
      </p:sp>
      <p:sp>
        <p:nvSpPr>
          <p:cNvPr id="6" name="Text Placeholder 10">
            <a:extLst>
              <a:ext uri="{FF2B5EF4-FFF2-40B4-BE49-F238E27FC236}">
                <a16:creationId xmlns:a16="http://schemas.microsoft.com/office/drawing/2014/main" id="{772D34FE-8AED-D0C3-4951-8DE065E3B9BB}"/>
              </a:ext>
            </a:extLst>
          </p:cNvPr>
          <p:cNvSpPr txBox="1">
            <a:spLocks/>
          </p:cNvSpPr>
          <p:nvPr/>
        </p:nvSpPr>
        <p:spPr>
          <a:xfrm>
            <a:off x="4694066" y="328503"/>
            <a:ext cx="3087860" cy="508088"/>
          </a:xfrm>
          <a:prstGeom prst="rect">
            <a:avLst/>
          </a:prstGeom>
        </p:spPr>
        <p:txBody>
          <a:bodyPr vert="horz" lIns="0" tIns="0" rIns="0" bIns="0" rtlCol="0">
            <a:normAutofit/>
          </a:bodyPr>
          <a:lstStyle>
            <a:lvl1pPr marL="0" indent="0" algn="l" defTabSz="685800" rtl="0" eaLnBrk="1" latinLnBrk="0" hangingPunct="1">
              <a:lnSpc>
                <a:spcPct val="80000"/>
              </a:lnSpc>
              <a:spcBef>
                <a:spcPts val="0"/>
              </a:spcBef>
              <a:spcAft>
                <a:spcPts val="1800"/>
              </a:spcAft>
              <a:buFont typeface="Arial" panose="020B0604020202020204" pitchFamily="34" charset="0"/>
              <a:buNone/>
              <a:defRPr sz="3600" b="0" kern="1200">
                <a:solidFill>
                  <a:schemeClr val="accent1"/>
                </a:solidFill>
                <a:latin typeface="+mj-lt"/>
                <a:ea typeface="+mn-ea"/>
                <a:cs typeface="+mn-cs"/>
              </a:defRPr>
            </a:lvl1pPr>
            <a:lvl2pPr marL="0" indent="0" algn="l" defTabSz="685800" rtl="0" eaLnBrk="1" latinLnBrk="0" hangingPunct="1">
              <a:lnSpc>
                <a:spcPct val="100000"/>
              </a:lnSpc>
              <a:spcBef>
                <a:spcPts val="0"/>
              </a:spcBef>
              <a:spcAft>
                <a:spcPts val="600"/>
              </a:spcAft>
              <a:buFont typeface="Arial" panose="020B0604020202020204" pitchFamily="34" charset="0"/>
              <a:buNone/>
              <a:defRPr sz="1800" kern="1200">
                <a:solidFill>
                  <a:schemeClr val="accent1"/>
                </a:solidFill>
                <a:latin typeface="+mn-lt"/>
                <a:ea typeface="+mn-ea"/>
                <a:cs typeface="+mn-cs"/>
              </a:defRPr>
            </a:lvl2pPr>
            <a:lvl3pPr marL="180000" indent="-180000" algn="l" defTabSz="685800" rtl="0" eaLnBrk="1" latinLnBrk="0" hangingPunct="1">
              <a:lnSpc>
                <a:spcPct val="100000"/>
              </a:lnSpc>
              <a:spcBef>
                <a:spcPts val="0"/>
              </a:spcBef>
              <a:spcAft>
                <a:spcPts val="600"/>
              </a:spcAft>
              <a:buClr>
                <a:schemeClr val="accent1"/>
              </a:buClr>
              <a:buFont typeface="Arial" panose="020B0604020202020204" pitchFamily="34" charset="0"/>
              <a:buChar char="•"/>
              <a:defRPr sz="3600" kern="1200">
                <a:solidFill>
                  <a:schemeClr val="tx1"/>
                </a:solidFill>
                <a:latin typeface="+mn-lt"/>
                <a:ea typeface="+mn-ea"/>
                <a:cs typeface="+mn-cs"/>
              </a:defRPr>
            </a:lvl3pPr>
            <a:lvl4pPr marL="360000" indent="-180000" algn="l" defTabSz="685800" rtl="0" eaLnBrk="1" latinLnBrk="0" hangingPunct="1">
              <a:lnSpc>
                <a:spcPct val="100000"/>
              </a:lnSpc>
              <a:spcBef>
                <a:spcPts val="0"/>
              </a:spcBef>
              <a:spcAft>
                <a:spcPts val="600"/>
              </a:spcAft>
              <a:buClr>
                <a:schemeClr val="accent1"/>
              </a:buClr>
              <a:buFont typeface="Times New Roman" panose="02020603050405020304" pitchFamily="18" charset="0"/>
              <a:buChar char="–"/>
              <a:defRPr sz="3600" kern="1200">
                <a:solidFill>
                  <a:schemeClr val="tx1"/>
                </a:solidFill>
                <a:latin typeface="+mn-lt"/>
                <a:ea typeface="+mn-ea"/>
                <a:cs typeface="+mn-cs"/>
              </a:defRPr>
            </a:lvl4pPr>
            <a:lvl5pPr marL="540000" indent="-180000" algn="l" defTabSz="685800" rtl="0" eaLnBrk="1" latinLnBrk="0" hangingPunct="1">
              <a:lnSpc>
                <a:spcPct val="100000"/>
              </a:lnSpc>
              <a:spcBef>
                <a:spcPts val="0"/>
              </a:spcBef>
              <a:spcAft>
                <a:spcPts val="600"/>
              </a:spcAft>
              <a:buClr>
                <a:schemeClr val="accent1"/>
              </a:buClr>
              <a:buFont typeface="Sofia Pro Light" panose="020B0000000000000000" pitchFamily="34" charset="0"/>
              <a:buChar char="»"/>
              <a:defRPr sz="3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Matching Agent</a:t>
            </a:r>
          </a:p>
        </p:txBody>
      </p:sp>
      <p:sp>
        <p:nvSpPr>
          <p:cNvPr id="8" name="TextBox 7">
            <a:extLst>
              <a:ext uri="{FF2B5EF4-FFF2-40B4-BE49-F238E27FC236}">
                <a16:creationId xmlns:a16="http://schemas.microsoft.com/office/drawing/2014/main" id="{D69B21F2-5168-ED9E-2BD1-64A03A0BBE68}"/>
              </a:ext>
            </a:extLst>
          </p:cNvPr>
          <p:cNvSpPr txBox="1"/>
          <p:nvPr/>
        </p:nvSpPr>
        <p:spPr>
          <a:xfrm>
            <a:off x="4571999" y="890136"/>
            <a:ext cx="3897631" cy="1769715"/>
          </a:xfrm>
          <a:prstGeom prst="rect">
            <a:avLst/>
          </a:prstGeom>
          <a:noFill/>
        </p:spPr>
        <p:txBody>
          <a:bodyPr wrap="square" rtlCol="0">
            <a:spAutoFit/>
          </a:bodyPr>
          <a:lstStyle/>
          <a:p>
            <a:pPr marL="285750" lvl="2" indent="-285750" defTabSz="685800">
              <a:spcAft>
                <a:spcPts val="600"/>
              </a:spcAft>
              <a:buClr>
                <a:srgbClr val="BE830E"/>
              </a:buClr>
              <a:buFont typeface="Wingdings" panose="05000000000000000000" pitchFamily="2" charset="2"/>
              <a:buChar char="Ø"/>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Hybrid Database Search (𝑀𝑠𝑒𝑎):</a:t>
            </a:r>
          </a:p>
          <a:p>
            <a:pPr marL="285750" lvl="2" indent="-285750" defTabSz="685800">
              <a:spcAft>
                <a:spcPts val="600"/>
              </a:spcAft>
              <a:buClr>
                <a:srgbClr val="BE830E"/>
              </a:buClr>
              <a:buFont typeface="Wingdings" panose="05000000000000000000" pitchFamily="2" charset="2"/>
              <a:buChar char="Ø"/>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Metadata Matcher (𝑀𝑠𝑒𝑙)</a:t>
            </a:r>
          </a:p>
          <a:p>
            <a:pPr marL="285750" lvl="2" indent="-285750" defTabSz="685800">
              <a:spcAft>
                <a:spcPts val="600"/>
              </a:spcAft>
              <a:buClr>
                <a:srgbClr val="BE830E"/>
              </a:buClr>
              <a:buFont typeface="Wingdings" panose="05000000000000000000" pitchFamily="2" charset="2"/>
              <a:buChar char="Ø"/>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Syntactic &amp; Lexical &amp; Semantic Matcher (𝑀𝑠𝑒𝑙)</a:t>
            </a:r>
          </a:p>
          <a:p>
            <a:pPr marL="285750" lvl="2" indent="-285750" defTabSz="685800">
              <a:spcAft>
                <a:spcPts val="600"/>
              </a:spcAft>
              <a:buClr>
                <a:srgbClr val="BE830E"/>
              </a:buClr>
              <a:buFont typeface="Wingdings" panose="05000000000000000000" pitchFamily="2" charset="2"/>
              <a:buChar char="Ø"/>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Matching </a:t>
            </a:r>
            <a:r>
              <a:rPr kumimoji="0" lang="en-US" sz="1400" b="0" i="0" u="none" strike="noStrike" kern="1200" cap="none" spc="0" normalizeH="0" baseline="0" noProof="0" dirty="0" err="1">
                <a:ln>
                  <a:noFill/>
                </a:ln>
                <a:solidFill>
                  <a:prstClr val="black"/>
                </a:solidFill>
                <a:effectLst/>
                <a:uLnTx/>
                <a:uFillTx/>
                <a:latin typeface="Public Sans Light"/>
                <a:ea typeface="+mn-ea"/>
                <a:cs typeface="+mn-cs"/>
              </a:rPr>
              <a:t>Summariser</a:t>
            </a: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 (𝑀𝑎𝑙𝑔)</a:t>
            </a:r>
          </a:p>
          <a:p>
            <a:pPr marL="285750" lvl="2" indent="-285750" defTabSz="685800">
              <a:spcAft>
                <a:spcPts val="600"/>
              </a:spcAft>
              <a:buClr>
                <a:srgbClr val="BE830E"/>
              </a:buClr>
              <a:buFont typeface="Wingdings" panose="05000000000000000000" pitchFamily="2" charset="2"/>
              <a:buChar char="Ø"/>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Matching Validator (𝑀𝑟𝑒𝑓)</a:t>
            </a:r>
          </a:p>
          <a:p>
            <a:pPr marL="285750" lvl="2" indent="-285750" defTabSz="685800">
              <a:spcAft>
                <a:spcPts val="600"/>
              </a:spcAft>
              <a:buClr>
                <a:srgbClr val="BE830E"/>
              </a:buClr>
              <a:buFont typeface="Wingdings" panose="05000000000000000000" pitchFamily="2" charset="2"/>
              <a:buChar char="Ø"/>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Matching Merger (𝑀𝑟𝑒𝑓)</a:t>
            </a:r>
          </a:p>
        </p:txBody>
      </p:sp>
      <p:sp>
        <p:nvSpPr>
          <p:cNvPr id="10" name="TextBox 9">
            <a:extLst>
              <a:ext uri="{FF2B5EF4-FFF2-40B4-BE49-F238E27FC236}">
                <a16:creationId xmlns:a16="http://schemas.microsoft.com/office/drawing/2014/main" id="{9363747A-745B-6D82-0903-01F815148B3D}"/>
              </a:ext>
            </a:extLst>
          </p:cNvPr>
          <p:cNvSpPr txBox="1"/>
          <p:nvPr/>
        </p:nvSpPr>
        <p:spPr>
          <a:xfrm>
            <a:off x="581174" y="2922401"/>
            <a:ext cx="2890711" cy="369332"/>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AU" dirty="0">
                <a:solidFill>
                  <a:srgbClr val="BE830E"/>
                </a:solidFill>
                <a:latin typeface="Public Sans"/>
              </a:rPr>
              <a:t>Cosine Similarity</a:t>
            </a:r>
            <a:r>
              <a:rPr kumimoji="0" lang="en-AU" b="0" i="0" u="none" strike="noStrike" kern="1200" cap="none" spc="0" normalizeH="0" baseline="0" noProof="0" dirty="0">
                <a:ln>
                  <a:noFill/>
                </a:ln>
                <a:solidFill>
                  <a:srgbClr val="BE830E"/>
                </a:solidFill>
                <a:effectLst/>
                <a:uLnTx/>
                <a:uFillTx/>
                <a:latin typeface="Public Sans"/>
                <a:ea typeface="+mn-ea"/>
                <a:cs typeface="+mn-cs"/>
              </a:rPr>
              <a:t>:</a:t>
            </a:r>
          </a:p>
        </p:txBody>
      </p:sp>
      <p:sp>
        <p:nvSpPr>
          <p:cNvPr id="11" name="TextBox 10">
            <a:extLst>
              <a:ext uri="{FF2B5EF4-FFF2-40B4-BE49-F238E27FC236}">
                <a16:creationId xmlns:a16="http://schemas.microsoft.com/office/drawing/2014/main" id="{FEF30B66-E1D7-FD0F-B1A9-FBDCD519702B}"/>
              </a:ext>
            </a:extLst>
          </p:cNvPr>
          <p:cNvSpPr txBox="1"/>
          <p:nvPr/>
        </p:nvSpPr>
        <p:spPr>
          <a:xfrm>
            <a:off x="4584529" y="2949867"/>
            <a:ext cx="3306934" cy="369332"/>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AU" dirty="0">
                <a:solidFill>
                  <a:srgbClr val="BE830E"/>
                </a:solidFill>
                <a:latin typeface="Public Sans"/>
              </a:rPr>
              <a:t>Reciprocal Rank Fusion (RRF)</a:t>
            </a:r>
            <a:r>
              <a:rPr kumimoji="0" lang="en-AU" b="0" i="0" u="none" strike="noStrike" kern="1200" cap="none" spc="0" normalizeH="0" baseline="0" noProof="0" dirty="0">
                <a:ln>
                  <a:noFill/>
                </a:ln>
                <a:solidFill>
                  <a:srgbClr val="BE830E"/>
                </a:solidFill>
                <a:effectLst/>
                <a:uLnTx/>
                <a:uFillTx/>
                <a:latin typeface="Public Sans"/>
                <a:ea typeface="+mn-ea"/>
                <a:cs typeface="+mn-cs"/>
              </a:rPr>
              <a:t>:</a:t>
            </a:r>
          </a:p>
        </p:txBody>
      </p:sp>
      <p:pic>
        <p:nvPicPr>
          <p:cNvPr id="12" name="Picture 11" descr="Cosine Similarity">
            <a:extLst>
              <a:ext uri="{FF2B5EF4-FFF2-40B4-BE49-F238E27FC236}">
                <a16:creationId xmlns:a16="http://schemas.microsoft.com/office/drawing/2014/main" id="{E1E374CE-D2FD-D697-0F3C-0CD4CC7319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1174" y="3432322"/>
            <a:ext cx="3101609" cy="594412"/>
          </a:xfrm>
          <a:prstGeom prst="rect">
            <a:avLst/>
          </a:prstGeom>
        </p:spPr>
      </p:pic>
      <p:pic>
        <p:nvPicPr>
          <p:cNvPr id="14" name="Picture 13" descr="A black and white math symbols&#10;&#10;Description automatically generated">
            <a:extLst>
              <a:ext uri="{FF2B5EF4-FFF2-40B4-BE49-F238E27FC236}">
                <a16:creationId xmlns:a16="http://schemas.microsoft.com/office/drawing/2014/main" id="{E336E30A-B001-BBBC-A847-1179F4DAFB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94066" y="3493287"/>
            <a:ext cx="2019475" cy="472481"/>
          </a:xfrm>
          <a:prstGeom prst="rect">
            <a:avLst/>
          </a:prstGeom>
        </p:spPr>
      </p:pic>
    </p:spTree>
    <p:extLst>
      <p:ext uri="{BB962C8B-B14F-4D97-AF65-F5344CB8AC3E}">
        <p14:creationId xmlns:p14="http://schemas.microsoft.com/office/powerpoint/2010/main" val="1255928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011F82E-DB1F-4ECC-B637-B7774EFBDA8D}"/>
              </a:ext>
            </a:extLst>
          </p:cNvPr>
          <p:cNvSpPr>
            <a:spLocks noGrp="1"/>
          </p:cNvSpPr>
          <p:nvPr>
            <p:ph type="ftr" sz="quarter" idx="11"/>
          </p:nvPr>
        </p:nvSpPr>
        <p:spPr>
          <a:xfrm>
            <a:off x="844200" y="4914000"/>
            <a:ext cx="4320000" cy="108000"/>
          </a:xfrm>
        </p:spPr>
        <p:txBody>
          <a:bodyPr/>
          <a:lstStyle/>
          <a:p>
            <a:r>
              <a:rPr lang="en-US" dirty="0"/>
              <a:t>ANU SCHOOL OF COMPUTING  |   Agent-OM: Leveraging LLM Agents for Ontology Matching</a:t>
            </a:r>
          </a:p>
          <a:p>
            <a:endParaRPr lang="en-AU" dirty="0"/>
          </a:p>
        </p:txBody>
      </p:sp>
      <p:sp>
        <p:nvSpPr>
          <p:cNvPr id="5" name="Slide Number Placeholder 4">
            <a:extLst>
              <a:ext uri="{FF2B5EF4-FFF2-40B4-BE49-F238E27FC236}">
                <a16:creationId xmlns:a16="http://schemas.microsoft.com/office/drawing/2014/main" id="{B9AA64DA-1709-49F5-8FEC-EB4B418BA4AD}"/>
              </a:ext>
            </a:extLst>
          </p:cNvPr>
          <p:cNvSpPr>
            <a:spLocks noGrp="1"/>
          </p:cNvSpPr>
          <p:nvPr>
            <p:ph type="sldNum" sz="quarter" idx="12"/>
          </p:nvPr>
        </p:nvSpPr>
        <p:spPr>
          <a:xfrm>
            <a:off x="324000" y="4914000"/>
            <a:ext cx="360000" cy="108000"/>
          </a:xfrm>
        </p:spPr>
        <p:txBody>
          <a:bodyPr/>
          <a:lstStyle/>
          <a:p>
            <a:fld id="{10A01DC5-1685-4615-8240-15192985C6A2}" type="slidenum">
              <a:rPr lang="en-AU" smtClean="0"/>
              <a:pPr/>
              <a:t>8</a:t>
            </a:fld>
            <a:endParaRPr lang="en-AU"/>
          </a:p>
        </p:txBody>
      </p:sp>
      <p:sp>
        <p:nvSpPr>
          <p:cNvPr id="9" name="TextBox 8">
            <a:extLst>
              <a:ext uri="{FF2B5EF4-FFF2-40B4-BE49-F238E27FC236}">
                <a16:creationId xmlns:a16="http://schemas.microsoft.com/office/drawing/2014/main" id="{C251C958-9FE2-179A-0761-4EEE14C4DE08}"/>
              </a:ext>
            </a:extLst>
          </p:cNvPr>
          <p:cNvSpPr txBox="1"/>
          <p:nvPr/>
        </p:nvSpPr>
        <p:spPr>
          <a:xfrm>
            <a:off x="283990" y="958689"/>
            <a:ext cx="4288010" cy="2123658"/>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AU" dirty="0">
                <a:solidFill>
                  <a:srgbClr val="BE830E"/>
                </a:solidFill>
                <a:latin typeface="Public Sans"/>
              </a:rPr>
              <a:t>LLMs:</a:t>
            </a:r>
            <a:endParaRPr kumimoji="0" lang="en-AU" b="0" i="0" u="none" strike="noStrike" kern="1200" cap="none" spc="0" normalizeH="0" baseline="0" noProof="0" dirty="0">
              <a:ln>
                <a:noFill/>
              </a:ln>
              <a:solidFill>
                <a:srgbClr val="BE830E"/>
              </a:solidFill>
              <a:effectLst/>
              <a:uLnTx/>
              <a:uFillTx/>
              <a:latin typeface="Public Sans"/>
              <a:ea typeface="+mn-ea"/>
              <a:cs typeface="+mn-cs"/>
            </a:endParaRPr>
          </a:p>
          <a:p>
            <a:pPr marL="285750" lvl="2" indent="-285750" defTabSz="685800">
              <a:spcAft>
                <a:spcPts val="600"/>
              </a:spcAft>
              <a:buClr>
                <a:srgbClr val="BE830E"/>
              </a:buClr>
              <a:buFont typeface="Wingdings" panose="05000000000000000000" pitchFamily="2" charset="2"/>
              <a:buChar char="Ø"/>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OpenAI GPT: gpt-4o, gpt-4o-mini</a:t>
            </a:r>
          </a:p>
          <a:p>
            <a:pPr marL="285750" lvl="2" indent="-285750" defTabSz="685800">
              <a:spcAft>
                <a:spcPts val="600"/>
              </a:spcAft>
              <a:buClr>
                <a:srgbClr val="BE830E"/>
              </a:buClr>
              <a:buFont typeface="Wingdings" panose="05000000000000000000" pitchFamily="2" charset="2"/>
              <a:buChar char="Ø"/>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Anthropic Claude: claude-3-sonnet, claude-3-haiku</a:t>
            </a:r>
          </a:p>
          <a:p>
            <a:pPr marL="285750" lvl="2" indent="-285750" defTabSz="685800">
              <a:spcAft>
                <a:spcPts val="600"/>
              </a:spcAft>
              <a:buClr>
                <a:srgbClr val="BE830E"/>
              </a:buClr>
              <a:buFont typeface="Wingdings" panose="05000000000000000000" pitchFamily="2" charset="2"/>
              <a:buChar char="Ø"/>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Meta Llama: llama-3-8b, llama-3.1-8b</a:t>
            </a:r>
          </a:p>
          <a:p>
            <a:pPr marL="285750" lvl="2" indent="-285750" defTabSz="685800">
              <a:spcAft>
                <a:spcPts val="600"/>
              </a:spcAft>
              <a:buClr>
                <a:srgbClr val="BE830E"/>
              </a:buClr>
              <a:buFont typeface="Wingdings" panose="05000000000000000000" pitchFamily="2" charset="2"/>
              <a:buChar char="Ø"/>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Alibaba </a:t>
            </a:r>
            <a:r>
              <a:rPr kumimoji="0" lang="en-US" sz="1400" b="0" i="0" u="none" strike="noStrike" kern="1200" cap="none" spc="0" normalizeH="0" baseline="0" noProof="0" dirty="0" err="1">
                <a:ln>
                  <a:noFill/>
                </a:ln>
                <a:solidFill>
                  <a:prstClr val="black"/>
                </a:solidFill>
                <a:effectLst/>
                <a:uLnTx/>
                <a:uFillTx/>
                <a:latin typeface="Public Sans Light"/>
                <a:ea typeface="+mn-ea"/>
                <a:cs typeface="+mn-cs"/>
              </a:rPr>
              <a:t>Qwen</a:t>
            </a: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 qwen-2-7b, qwen-2.5-7b</a:t>
            </a:r>
          </a:p>
          <a:p>
            <a:pPr marL="285750" lvl="2" indent="-285750" defTabSz="685800">
              <a:spcAft>
                <a:spcPts val="600"/>
              </a:spcAft>
              <a:buClr>
                <a:srgbClr val="BE830E"/>
              </a:buClr>
              <a:buFont typeface="Wingdings" panose="05000000000000000000" pitchFamily="2" charset="2"/>
              <a:buChar char="Ø"/>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Google Gemma: gemma-2-9b</a:t>
            </a:r>
          </a:p>
          <a:p>
            <a:pPr marL="285750" lvl="2" indent="-285750" defTabSz="685800">
              <a:spcAft>
                <a:spcPts val="600"/>
              </a:spcAft>
              <a:buClr>
                <a:srgbClr val="BE830E"/>
              </a:buClr>
              <a:buFont typeface="Wingdings" panose="05000000000000000000" pitchFamily="2" charset="2"/>
              <a:buChar char="Ø"/>
              <a:defRPr/>
            </a:pPr>
            <a:r>
              <a:rPr kumimoji="0" lang="en-US" sz="1400" b="0" i="0" u="none" strike="noStrike" kern="1200" cap="none" spc="0" normalizeH="0" baseline="0" noProof="0" dirty="0" err="1">
                <a:ln>
                  <a:noFill/>
                </a:ln>
                <a:solidFill>
                  <a:prstClr val="black"/>
                </a:solidFill>
                <a:effectLst/>
                <a:uLnTx/>
                <a:uFillTx/>
                <a:latin typeface="Public Sans Light"/>
                <a:ea typeface="+mn-ea"/>
                <a:cs typeface="+mn-cs"/>
              </a:rPr>
              <a:t>ChatGLM</a:t>
            </a: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 glm-4-9b</a:t>
            </a:r>
          </a:p>
        </p:txBody>
      </p:sp>
      <p:sp>
        <p:nvSpPr>
          <p:cNvPr id="3" name="TextBox 2">
            <a:extLst>
              <a:ext uri="{FF2B5EF4-FFF2-40B4-BE49-F238E27FC236}">
                <a16:creationId xmlns:a16="http://schemas.microsoft.com/office/drawing/2014/main" id="{C239313C-C9AE-CDC0-91C3-7D2B596A4295}"/>
              </a:ext>
            </a:extLst>
          </p:cNvPr>
          <p:cNvSpPr txBox="1"/>
          <p:nvPr/>
        </p:nvSpPr>
        <p:spPr>
          <a:xfrm>
            <a:off x="4724398" y="1989659"/>
            <a:ext cx="2818994" cy="1246495"/>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b="0" i="0" u="none" strike="noStrike" kern="1200" cap="none" spc="0" normalizeH="0" baseline="0" noProof="0" dirty="0">
                <a:ln>
                  <a:noFill/>
                </a:ln>
                <a:solidFill>
                  <a:srgbClr val="BE830E"/>
                </a:solidFill>
                <a:effectLst/>
                <a:uLnTx/>
                <a:uFillTx/>
                <a:latin typeface="Public Sans"/>
                <a:ea typeface="+mn-ea"/>
                <a:cs typeface="+mn-cs"/>
              </a:rPr>
              <a:t>Memory:</a:t>
            </a:r>
            <a:endParaRPr kumimoji="0" lang="en-AU" b="0" i="0" u="none" strike="noStrike" kern="1200" cap="none" spc="0" normalizeH="0" baseline="0" noProof="0" dirty="0">
              <a:ln>
                <a:noFill/>
              </a:ln>
              <a:solidFill>
                <a:srgbClr val="BE830E"/>
              </a:solidFill>
              <a:effectLst/>
              <a:uLnTx/>
              <a:uFillTx/>
              <a:latin typeface="Public Sans"/>
              <a:ea typeface="+mn-ea"/>
              <a:cs typeface="+mn-cs"/>
            </a:endParaRP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lang="en-AU" sz="1400" dirty="0">
                <a:solidFill>
                  <a:prstClr val="black"/>
                </a:solidFill>
                <a:latin typeface="Public Sans Light"/>
              </a:rPr>
              <a:t>C</a:t>
            </a:r>
            <a:r>
              <a:rPr kumimoji="0" lang="en-AU" sz="1400" b="0" i="0" u="none" strike="noStrike" kern="1200" cap="none" spc="0" normalizeH="0" baseline="0" noProof="0" dirty="0" err="1">
                <a:ln>
                  <a:noFill/>
                </a:ln>
                <a:solidFill>
                  <a:prstClr val="black"/>
                </a:solidFill>
                <a:effectLst/>
                <a:uLnTx/>
                <a:uFillTx/>
                <a:latin typeface="Public Sans Light"/>
                <a:ea typeface="+mn-ea"/>
                <a:cs typeface="+mn-cs"/>
              </a:rPr>
              <a:t>onversational</a:t>
            </a:r>
            <a:r>
              <a:rPr kumimoji="0" lang="en-AU" sz="1400" b="0" i="0" u="none" strike="noStrike" kern="1200" cap="none" spc="0" normalizeH="0" baseline="0" noProof="0" dirty="0">
                <a:ln>
                  <a:noFill/>
                </a:ln>
                <a:solidFill>
                  <a:prstClr val="black"/>
                </a:solidFill>
                <a:effectLst/>
                <a:uLnTx/>
                <a:uFillTx/>
                <a:latin typeface="Public Sans Light"/>
                <a:ea typeface="+mn-ea"/>
                <a:cs typeface="+mn-cs"/>
              </a:rPr>
              <a:t> Dialogue</a:t>
            </a: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kumimoji="0" lang="en-AU" sz="1400" b="0" i="0" u="none" strike="noStrike" kern="1200" cap="none" spc="0" normalizeH="0" baseline="0" noProof="0" dirty="0">
                <a:ln>
                  <a:noFill/>
                </a:ln>
                <a:solidFill>
                  <a:prstClr val="black"/>
                </a:solidFill>
                <a:effectLst/>
                <a:uLnTx/>
                <a:uFillTx/>
                <a:latin typeface="Public Sans Light"/>
                <a:ea typeface="+mn-ea"/>
                <a:cs typeface="+mn-cs"/>
              </a:rPr>
              <a:t>PostgreSQL + </a:t>
            </a:r>
            <a:r>
              <a:rPr kumimoji="0" lang="en-AU" sz="1400" b="0" i="0" u="none" strike="noStrike" kern="1200" cap="none" spc="0" normalizeH="0" baseline="0" noProof="0" dirty="0" err="1">
                <a:ln>
                  <a:noFill/>
                </a:ln>
                <a:solidFill>
                  <a:prstClr val="black"/>
                </a:solidFill>
                <a:effectLst/>
                <a:uLnTx/>
                <a:uFillTx/>
                <a:latin typeface="Public Sans Light"/>
                <a:ea typeface="+mn-ea"/>
                <a:cs typeface="+mn-cs"/>
              </a:rPr>
              <a:t>pgvector</a:t>
            </a:r>
            <a:endParaRPr kumimoji="0" lang="en-AU" sz="1400" b="0" i="0" u="none" strike="noStrike" kern="1200" cap="none" spc="0" normalizeH="0" baseline="0" noProof="0" dirty="0">
              <a:ln>
                <a:noFill/>
              </a:ln>
              <a:solidFill>
                <a:prstClr val="black"/>
              </a:solidFill>
              <a:effectLst/>
              <a:uLnTx/>
              <a:uFillTx/>
              <a:latin typeface="Public Sans Light"/>
              <a:ea typeface="+mn-ea"/>
              <a:cs typeface="+mn-cs"/>
            </a:endParaRP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kumimoji="0" lang="en-AU" sz="1400" b="0" i="0" u="none" strike="noStrike" kern="1200" cap="none" spc="0" normalizeH="0" baseline="0" noProof="0" dirty="0">
                <a:ln>
                  <a:noFill/>
                </a:ln>
                <a:solidFill>
                  <a:prstClr val="black"/>
                </a:solidFill>
                <a:effectLst/>
                <a:uLnTx/>
                <a:uFillTx/>
                <a:latin typeface="Public Sans Light"/>
                <a:ea typeface="+mn-ea"/>
                <a:cs typeface="+mn-cs"/>
              </a:rPr>
              <a:t>OpenAI Embedding</a:t>
            </a:r>
          </a:p>
        </p:txBody>
      </p:sp>
      <p:sp>
        <p:nvSpPr>
          <p:cNvPr id="7" name="Text Placeholder 10">
            <a:extLst>
              <a:ext uri="{FF2B5EF4-FFF2-40B4-BE49-F238E27FC236}">
                <a16:creationId xmlns:a16="http://schemas.microsoft.com/office/drawing/2014/main" id="{316ECF7F-A14C-52BC-8EE5-66509F7F4EC9}"/>
              </a:ext>
            </a:extLst>
          </p:cNvPr>
          <p:cNvSpPr txBox="1">
            <a:spLocks/>
          </p:cNvSpPr>
          <p:nvPr/>
        </p:nvSpPr>
        <p:spPr>
          <a:xfrm>
            <a:off x="283990" y="245602"/>
            <a:ext cx="8331367" cy="508088"/>
          </a:xfrm>
          <a:prstGeom prst="rect">
            <a:avLst/>
          </a:prstGeom>
        </p:spPr>
        <p:txBody>
          <a:bodyPr vert="horz" lIns="0" tIns="0" rIns="0" bIns="0" rtlCol="0">
            <a:normAutofit/>
          </a:bodyPr>
          <a:lstStyle>
            <a:lvl1pPr marL="0" indent="0" algn="l" defTabSz="685800" rtl="0" eaLnBrk="1" latinLnBrk="0" hangingPunct="1">
              <a:lnSpc>
                <a:spcPct val="80000"/>
              </a:lnSpc>
              <a:spcBef>
                <a:spcPts val="0"/>
              </a:spcBef>
              <a:spcAft>
                <a:spcPts val="1800"/>
              </a:spcAft>
              <a:buFont typeface="Arial" panose="020B0604020202020204" pitchFamily="34" charset="0"/>
              <a:buNone/>
              <a:defRPr sz="3600" b="0" kern="1200">
                <a:solidFill>
                  <a:schemeClr val="accent1"/>
                </a:solidFill>
                <a:latin typeface="+mj-lt"/>
                <a:ea typeface="+mn-ea"/>
                <a:cs typeface="+mn-cs"/>
              </a:defRPr>
            </a:lvl1pPr>
            <a:lvl2pPr marL="0" indent="0" algn="l" defTabSz="685800" rtl="0" eaLnBrk="1" latinLnBrk="0" hangingPunct="1">
              <a:lnSpc>
                <a:spcPct val="100000"/>
              </a:lnSpc>
              <a:spcBef>
                <a:spcPts val="0"/>
              </a:spcBef>
              <a:spcAft>
                <a:spcPts val="600"/>
              </a:spcAft>
              <a:buFont typeface="Arial" panose="020B0604020202020204" pitchFamily="34" charset="0"/>
              <a:buNone/>
              <a:defRPr sz="1800" kern="1200">
                <a:solidFill>
                  <a:schemeClr val="accent1"/>
                </a:solidFill>
                <a:latin typeface="+mn-lt"/>
                <a:ea typeface="+mn-ea"/>
                <a:cs typeface="+mn-cs"/>
              </a:defRPr>
            </a:lvl2pPr>
            <a:lvl3pPr marL="180000" indent="-180000" algn="l" defTabSz="685800" rtl="0" eaLnBrk="1" latinLnBrk="0" hangingPunct="1">
              <a:lnSpc>
                <a:spcPct val="100000"/>
              </a:lnSpc>
              <a:spcBef>
                <a:spcPts val="0"/>
              </a:spcBef>
              <a:spcAft>
                <a:spcPts val="600"/>
              </a:spcAft>
              <a:buClr>
                <a:schemeClr val="accent1"/>
              </a:buClr>
              <a:buFont typeface="Arial" panose="020B0604020202020204" pitchFamily="34" charset="0"/>
              <a:buChar char="•"/>
              <a:defRPr sz="3600" kern="1200">
                <a:solidFill>
                  <a:schemeClr val="tx1"/>
                </a:solidFill>
                <a:latin typeface="+mn-lt"/>
                <a:ea typeface="+mn-ea"/>
                <a:cs typeface="+mn-cs"/>
              </a:defRPr>
            </a:lvl3pPr>
            <a:lvl4pPr marL="360000" indent="-180000" algn="l" defTabSz="685800" rtl="0" eaLnBrk="1" latinLnBrk="0" hangingPunct="1">
              <a:lnSpc>
                <a:spcPct val="100000"/>
              </a:lnSpc>
              <a:spcBef>
                <a:spcPts val="0"/>
              </a:spcBef>
              <a:spcAft>
                <a:spcPts val="600"/>
              </a:spcAft>
              <a:buClr>
                <a:schemeClr val="accent1"/>
              </a:buClr>
              <a:buFont typeface="Times New Roman" panose="02020603050405020304" pitchFamily="18" charset="0"/>
              <a:buChar char="–"/>
              <a:defRPr sz="3600" kern="1200">
                <a:solidFill>
                  <a:schemeClr val="tx1"/>
                </a:solidFill>
                <a:latin typeface="+mn-lt"/>
                <a:ea typeface="+mn-ea"/>
                <a:cs typeface="+mn-cs"/>
              </a:defRPr>
            </a:lvl4pPr>
            <a:lvl5pPr marL="540000" indent="-180000" algn="l" defTabSz="685800" rtl="0" eaLnBrk="1" latinLnBrk="0" hangingPunct="1">
              <a:lnSpc>
                <a:spcPct val="100000"/>
              </a:lnSpc>
              <a:spcBef>
                <a:spcPts val="0"/>
              </a:spcBef>
              <a:spcAft>
                <a:spcPts val="600"/>
              </a:spcAft>
              <a:buClr>
                <a:schemeClr val="accent1"/>
              </a:buClr>
              <a:buFont typeface="Sofia Pro Light" panose="020B0000000000000000" pitchFamily="34" charset="0"/>
              <a:buChar char="»"/>
              <a:defRPr sz="3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04 Implementation Details</a:t>
            </a:r>
          </a:p>
        </p:txBody>
      </p:sp>
      <p:sp>
        <p:nvSpPr>
          <p:cNvPr id="6" name="TextBox 5">
            <a:extLst>
              <a:ext uri="{FF2B5EF4-FFF2-40B4-BE49-F238E27FC236}">
                <a16:creationId xmlns:a16="http://schemas.microsoft.com/office/drawing/2014/main" id="{9C1DFF0D-E1C8-2DDE-BFC0-5DDF81498CD9}"/>
              </a:ext>
            </a:extLst>
          </p:cNvPr>
          <p:cNvSpPr txBox="1"/>
          <p:nvPr/>
        </p:nvSpPr>
        <p:spPr>
          <a:xfrm>
            <a:off x="4724398" y="951534"/>
            <a:ext cx="2867835" cy="954107"/>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b="0" i="0" u="none" strike="noStrike" kern="1200" cap="none" spc="0" normalizeH="0" baseline="0" noProof="0" dirty="0">
                <a:ln>
                  <a:noFill/>
                </a:ln>
                <a:solidFill>
                  <a:srgbClr val="BE830E"/>
                </a:solidFill>
                <a:effectLst/>
                <a:uLnTx/>
                <a:uFillTx/>
                <a:latin typeface="Public Sans"/>
                <a:ea typeface="+mn-ea"/>
                <a:cs typeface="+mn-cs"/>
              </a:rPr>
              <a:t>Planning:</a:t>
            </a:r>
            <a:endParaRPr kumimoji="0" lang="en-AU" b="0" i="0" u="none" strike="noStrike" kern="1200" cap="none" spc="0" normalizeH="0" baseline="0" noProof="0" dirty="0">
              <a:ln>
                <a:noFill/>
              </a:ln>
              <a:solidFill>
                <a:srgbClr val="BE830E"/>
              </a:solidFill>
              <a:effectLst/>
              <a:uLnTx/>
              <a:uFillTx/>
              <a:latin typeface="Public Sans"/>
              <a:ea typeface="+mn-ea"/>
              <a:cs typeface="+mn-cs"/>
            </a:endParaRP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kumimoji="0" lang="en-AU" sz="1400" b="0" i="0" u="none" strike="noStrike" kern="1200" cap="none" spc="0" normalizeH="0" baseline="0" noProof="0" dirty="0" err="1">
                <a:ln>
                  <a:noFill/>
                </a:ln>
                <a:solidFill>
                  <a:prstClr val="black"/>
                </a:solidFill>
                <a:effectLst/>
                <a:uLnTx/>
                <a:uFillTx/>
                <a:latin typeface="Public Sans Light"/>
                <a:ea typeface="+mn-ea"/>
                <a:cs typeface="+mn-cs"/>
              </a:rPr>
              <a:t>LangChain</a:t>
            </a:r>
            <a:r>
              <a:rPr kumimoji="0" lang="en-AU" sz="1400" b="0" i="0" u="none" strike="noStrike" kern="1200" cap="none" spc="0" normalizeH="0" baseline="0" noProof="0" dirty="0">
                <a:ln>
                  <a:noFill/>
                </a:ln>
                <a:solidFill>
                  <a:prstClr val="black"/>
                </a:solidFill>
                <a:effectLst/>
                <a:uLnTx/>
                <a:uFillTx/>
                <a:latin typeface="Public Sans Light"/>
                <a:ea typeface="+mn-ea"/>
                <a:cs typeface="+mn-cs"/>
              </a:rPr>
              <a:t> Library</a:t>
            </a: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kumimoji="0" lang="en-AU" sz="1400" b="0" i="0" u="none" strike="noStrike" kern="1200" cap="none" spc="0" normalizeH="0" baseline="0" noProof="0" dirty="0">
                <a:ln>
                  <a:noFill/>
                </a:ln>
                <a:solidFill>
                  <a:prstClr val="black"/>
                </a:solidFill>
                <a:effectLst/>
                <a:uLnTx/>
                <a:uFillTx/>
                <a:latin typeface="Public Sans Light"/>
                <a:ea typeface="+mn-ea"/>
                <a:cs typeface="+mn-cs"/>
              </a:rPr>
              <a:t>Tool </a:t>
            </a:r>
            <a:r>
              <a:rPr lang="en-AU" sz="1400" dirty="0">
                <a:solidFill>
                  <a:prstClr val="black"/>
                </a:solidFill>
                <a:latin typeface="Public Sans Light"/>
              </a:rPr>
              <a:t>C</a:t>
            </a:r>
            <a:r>
              <a:rPr kumimoji="0" lang="en-AU" sz="1400" b="0" i="0" u="none" strike="noStrike" kern="1200" cap="none" spc="0" normalizeH="0" baseline="0" noProof="0" dirty="0" err="1">
                <a:ln>
                  <a:noFill/>
                </a:ln>
                <a:solidFill>
                  <a:prstClr val="black"/>
                </a:solidFill>
                <a:effectLst/>
                <a:uLnTx/>
                <a:uFillTx/>
                <a:latin typeface="Public Sans Light"/>
                <a:ea typeface="+mn-ea"/>
                <a:cs typeface="+mn-cs"/>
              </a:rPr>
              <a:t>alling</a:t>
            </a:r>
            <a:r>
              <a:rPr kumimoji="0" lang="en-AU" sz="1400" b="0" i="0" u="none" strike="noStrike" kern="1200" cap="none" spc="0" normalizeH="0" baseline="0" noProof="0" dirty="0">
                <a:ln>
                  <a:noFill/>
                </a:ln>
                <a:solidFill>
                  <a:prstClr val="black"/>
                </a:solidFill>
                <a:effectLst/>
                <a:uLnTx/>
                <a:uFillTx/>
                <a:latin typeface="Public Sans Light"/>
                <a:ea typeface="+mn-ea"/>
                <a:cs typeface="+mn-cs"/>
              </a:rPr>
              <a:t> Agent</a:t>
            </a:r>
          </a:p>
        </p:txBody>
      </p:sp>
      <p:sp>
        <p:nvSpPr>
          <p:cNvPr id="8" name="TextBox 7">
            <a:extLst>
              <a:ext uri="{FF2B5EF4-FFF2-40B4-BE49-F238E27FC236}">
                <a16:creationId xmlns:a16="http://schemas.microsoft.com/office/drawing/2014/main" id="{34987F84-56B7-EE78-1FFD-326504AF8D27}"/>
              </a:ext>
            </a:extLst>
          </p:cNvPr>
          <p:cNvSpPr txBox="1"/>
          <p:nvPr/>
        </p:nvSpPr>
        <p:spPr>
          <a:xfrm>
            <a:off x="4724400" y="3320173"/>
            <a:ext cx="2818994" cy="1246495"/>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solidFill>
                  <a:srgbClr val="BE830E"/>
                </a:solidFill>
                <a:latin typeface="Public Sans"/>
              </a:rPr>
              <a:t>Tools:</a:t>
            </a:r>
            <a:endParaRPr kumimoji="0" lang="en-AU" b="0" i="0" u="none" strike="noStrike" kern="1200" cap="none" spc="0" normalizeH="0" baseline="0" noProof="0" dirty="0">
              <a:ln>
                <a:noFill/>
              </a:ln>
              <a:solidFill>
                <a:srgbClr val="BE830E"/>
              </a:solidFill>
              <a:effectLst/>
              <a:uLnTx/>
              <a:uFillTx/>
              <a:latin typeface="Public Sans"/>
              <a:ea typeface="+mn-ea"/>
              <a:cs typeface="+mn-cs"/>
            </a:endParaRP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lang="en-AU" sz="1400" dirty="0">
                <a:solidFill>
                  <a:prstClr val="black"/>
                </a:solidFill>
                <a:latin typeface="Public Sans Light"/>
              </a:rPr>
              <a:t>Prompt-based tools</a:t>
            </a: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lang="en-AU" sz="1400" dirty="0">
                <a:solidFill>
                  <a:prstClr val="black"/>
                </a:solidFill>
                <a:latin typeface="Public Sans Light"/>
              </a:rPr>
              <a:t>P</a:t>
            </a:r>
            <a:r>
              <a:rPr kumimoji="0" lang="en-AU" sz="1400" b="0" i="0" u="none" strike="noStrike" kern="1200" cap="none" spc="0" normalizeH="0" baseline="0" noProof="0" dirty="0" err="1">
                <a:ln>
                  <a:noFill/>
                </a:ln>
                <a:solidFill>
                  <a:prstClr val="black"/>
                </a:solidFill>
                <a:effectLst/>
                <a:uLnTx/>
                <a:uFillTx/>
                <a:latin typeface="Public Sans Light"/>
                <a:ea typeface="+mn-ea"/>
                <a:cs typeface="+mn-cs"/>
              </a:rPr>
              <a:t>rogramming</a:t>
            </a:r>
            <a:r>
              <a:rPr kumimoji="0" lang="en-AU" sz="1400" b="0" i="0" u="none" strike="noStrike" kern="1200" cap="none" spc="0" normalizeH="0" baseline="0" noProof="0" dirty="0">
                <a:ln>
                  <a:noFill/>
                </a:ln>
                <a:solidFill>
                  <a:prstClr val="black"/>
                </a:solidFill>
                <a:effectLst/>
                <a:uLnTx/>
                <a:uFillTx/>
                <a:latin typeface="Public Sans Light"/>
                <a:ea typeface="+mn-ea"/>
                <a:cs typeface="+mn-cs"/>
              </a:rPr>
              <a:t>-based tools</a:t>
            </a: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lang="en-AU" sz="1400" dirty="0">
                <a:solidFill>
                  <a:prstClr val="black"/>
                </a:solidFill>
                <a:latin typeface="Public Sans Light"/>
              </a:rPr>
              <a:t>A</a:t>
            </a:r>
            <a:r>
              <a:rPr kumimoji="0" lang="en-AU" sz="1400" b="0" i="0" u="none" strike="noStrike" kern="1200" cap="none" spc="0" normalizeH="0" baseline="0" noProof="0" dirty="0">
                <a:ln>
                  <a:noFill/>
                </a:ln>
                <a:solidFill>
                  <a:prstClr val="black"/>
                </a:solidFill>
                <a:effectLst/>
                <a:uLnTx/>
                <a:uFillTx/>
                <a:latin typeface="Public Sans Light"/>
                <a:ea typeface="+mn-ea"/>
                <a:cs typeface="+mn-cs"/>
              </a:rPr>
              <a:t> mixture of above</a:t>
            </a:r>
          </a:p>
        </p:txBody>
      </p:sp>
      <p:sp>
        <p:nvSpPr>
          <p:cNvPr id="10" name="TextBox 9">
            <a:extLst>
              <a:ext uri="{FF2B5EF4-FFF2-40B4-BE49-F238E27FC236}">
                <a16:creationId xmlns:a16="http://schemas.microsoft.com/office/drawing/2014/main" id="{05D9257A-01ED-C0C8-3B51-CF69118FCD3D}"/>
              </a:ext>
            </a:extLst>
          </p:cNvPr>
          <p:cNvSpPr txBox="1"/>
          <p:nvPr/>
        </p:nvSpPr>
        <p:spPr>
          <a:xfrm>
            <a:off x="324000" y="3287347"/>
            <a:ext cx="4248000" cy="954107"/>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solidFill>
                  <a:srgbClr val="BE830E"/>
                </a:solidFill>
                <a:latin typeface="Public Sans"/>
              </a:rPr>
              <a:t>Ontology Naming Conventions</a:t>
            </a:r>
            <a:endParaRPr kumimoji="0" lang="en-AU" b="0" i="0" u="none" strike="noStrike" kern="1200" cap="none" spc="0" normalizeH="0" baseline="0" noProof="0" dirty="0">
              <a:ln>
                <a:noFill/>
              </a:ln>
              <a:solidFill>
                <a:srgbClr val="BE830E"/>
              </a:solidFill>
              <a:effectLst/>
              <a:uLnTx/>
              <a:uFillTx/>
              <a:latin typeface="Public Sans"/>
              <a:ea typeface="+mn-ea"/>
              <a:cs typeface="+mn-cs"/>
            </a:endParaRP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lang="en-AU" sz="1400" dirty="0">
                <a:solidFill>
                  <a:prstClr val="black"/>
                </a:solidFill>
                <a:latin typeface="Public Sans Light"/>
              </a:rPr>
              <a:t>Type 1: </a:t>
            </a:r>
            <a:r>
              <a:rPr lang="en-US" sz="1400" dirty="0">
                <a:solidFill>
                  <a:prstClr val="black"/>
                </a:solidFill>
                <a:latin typeface="Public Sans Light"/>
              </a:rPr>
              <a:t>the name has a natural language meaning</a:t>
            </a:r>
            <a:endParaRPr kumimoji="0" lang="en-AU" sz="1400" b="0" i="0" u="none" strike="noStrike" kern="1200" cap="none" spc="0" normalizeH="0" baseline="0" noProof="0" dirty="0">
              <a:ln>
                <a:noFill/>
              </a:ln>
              <a:solidFill>
                <a:prstClr val="black"/>
              </a:solidFill>
              <a:effectLst/>
              <a:uLnTx/>
              <a:uFillTx/>
              <a:latin typeface="Public Sans Light"/>
              <a:ea typeface="+mn-ea"/>
              <a:cs typeface="+mn-cs"/>
            </a:endParaRP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kumimoji="0" lang="en-AU" sz="1400" b="0" i="0" u="none" strike="noStrike" kern="1200" cap="none" spc="0" normalizeH="0" baseline="0" noProof="0" dirty="0">
                <a:ln>
                  <a:noFill/>
                </a:ln>
                <a:solidFill>
                  <a:prstClr val="black"/>
                </a:solidFill>
                <a:effectLst/>
                <a:uLnTx/>
                <a:uFillTx/>
                <a:latin typeface="Public Sans Light"/>
                <a:ea typeface="+mn-ea"/>
                <a:cs typeface="+mn-cs"/>
              </a:rPr>
              <a:t>Type 2</a:t>
            </a:r>
            <a:r>
              <a:rPr lang="en-AU" sz="1400" dirty="0">
                <a:solidFill>
                  <a:prstClr val="black"/>
                </a:solidFill>
                <a:latin typeface="Public Sans Light"/>
              </a:rPr>
              <a:t>: </a:t>
            </a:r>
            <a:r>
              <a:rPr lang="en-US" sz="1400" dirty="0">
                <a:solidFill>
                  <a:prstClr val="black"/>
                </a:solidFill>
                <a:latin typeface="Public Sans Light"/>
              </a:rPr>
              <a:t>the name is a URI or code</a:t>
            </a:r>
            <a:endParaRPr kumimoji="0" lang="en-AU" sz="1400" b="0" i="0" u="none" strike="noStrike" kern="1200" cap="none" spc="0" normalizeH="0" baseline="0" noProof="0" dirty="0">
              <a:ln>
                <a:noFill/>
              </a:ln>
              <a:solidFill>
                <a:prstClr val="black"/>
              </a:solidFill>
              <a:effectLst/>
              <a:uLnTx/>
              <a:uFillTx/>
              <a:latin typeface="Public Sans Light"/>
              <a:ea typeface="+mn-ea"/>
              <a:cs typeface="+mn-cs"/>
            </a:endParaRPr>
          </a:p>
        </p:txBody>
      </p:sp>
    </p:spTree>
    <p:extLst>
      <p:ext uri="{BB962C8B-B14F-4D97-AF65-F5344CB8AC3E}">
        <p14:creationId xmlns:p14="http://schemas.microsoft.com/office/powerpoint/2010/main" val="2363342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Retrieval Agent">
            <a:extLst>
              <a:ext uri="{FF2B5EF4-FFF2-40B4-BE49-F238E27FC236}">
                <a16:creationId xmlns:a16="http://schemas.microsoft.com/office/drawing/2014/main" id="{9E5EC3CC-486F-935E-1718-639EE4A2BE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000" y="581640"/>
            <a:ext cx="4305150" cy="4175995"/>
          </a:xfrm>
          <a:prstGeom prst="rect">
            <a:avLst/>
          </a:prstGeom>
          <a:noFill/>
        </p:spPr>
      </p:pic>
      <p:sp>
        <p:nvSpPr>
          <p:cNvPr id="4" name="Footer Placeholder 3">
            <a:extLst>
              <a:ext uri="{FF2B5EF4-FFF2-40B4-BE49-F238E27FC236}">
                <a16:creationId xmlns:a16="http://schemas.microsoft.com/office/drawing/2014/main" id="{8011F82E-DB1F-4ECC-B637-B7774EFBDA8D}"/>
              </a:ext>
            </a:extLst>
          </p:cNvPr>
          <p:cNvSpPr>
            <a:spLocks noGrp="1"/>
          </p:cNvSpPr>
          <p:nvPr>
            <p:ph type="ftr" sz="quarter" idx="11"/>
          </p:nvPr>
        </p:nvSpPr>
        <p:spPr>
          <a:xfrm>
            <a:off x="845851" y="4914000"/>
            <a:ext cx="5400000" cy="108000"/>
          </a:xfrm>
        </p:spPr>
        <p:txBody>
          <a:bodyPr vert="horz" lIns="0" tIns="0" rIns="0" bIns="0" rtlCol="0" anchor="t">
            <a:noAutofit/>
          </a:bodyPr>
          <a:lstStyle/>
          <a:p>
            <a:pPr>
              <a:lnSpc>
                <a:spcPct val="90000"/>
              </a:lnSpc>
              <a:spcAft>
                <a:spcPts val="600"/>
              </a:spcAft>
            </a:pPr>
            <a:r>
              <a:rPr lang="en-US" dirty="0"/>
              <a:t>ANU SCHOOL OF COMPUTING  |   Agent-OM: Leveraging LLM Agents for Ontology Matching</a:t>
            </a:r>
          </a:p>
          <a:p>
            <a:pPr>
              <a:lnSpc>
                <a:spcPct val="90000"/>
              </a:lnSpc>
              <a:spcAft>
                <a:spcPts val="600"/>
              </a:spcAft>
            </a:pPr>
            <a:endParaRPr lang="en-AU" dirty="0"/>
          </a:p>
        </p:txBody>
      </p:sp>
      <p:sp>
        <p:nvSpPr>
          <p:cNvPr id="5" name="Slide Number Placeholder 4">
            <a:extLst>
              <a:ext uri="{FF2B5EF4-FFF2-40B4-BE49-F238E27FC236}">
                <a16:creationId xmlns:a16="http://schemas.microsoft.com/office/drawing/2014/main" id="{B9AA64DA-1709-49F5-8FEC-EB4B418BA4AD}"/>
              </a:ext>
            </a:extLst>
          </p:cNvPr>
          <p:cNvSpPr>
            <a:spLocks noGrp="1"/>
          </p:cNvSpPr>
          <p:nvPr>
            <p:ph type="sldNum" sz="quarter" idx="12"/>
          </p:nvPr>
        </p:nvSpPr>
        <p:spPr>
          <a:xfrm>
            <a:off x="324000" y="4914000"/>
            <a:ext cx="360000" cy="108000"/>
          </a:xfrm>
        </p:spPr>
        <p:txBody>
          <a:bodyPr vert="horz" lIns="0" tIns="0" rIns="0" bIns="0" rtlCol="0" anchor="t">
            <a:normAutofit/>
          </a:bodyPr>
          <a:lstStyle/>
          <a:p>
            <a:pPr>
              <a:spcAft>
                <a:spcPts val="600"/>
              </a:spcAft>
            </a:pPr>
            <a:fld id="{10A01DC5-1685-4615-8240-15192985C6A2}" type="slidenum">
              <a:rPr lang="en-AU" smtClean="0"/>
              <a:pPr>
                <a:spcAft>
                  <a:spcPts val="600"/>
                </a:spcAft>
              </a:pPr>
              <a:t>9</a:t>
            </a:fld>
            <a:endParaRPr lang="en-AU"/>
          </a:p>
        </p:txBody>
      </p:sp>
      <p:sp>
        <p:nvSpPr>
          <p:cNvPr id="12" name="Date Placeholder 5">
            <a:extLst>
              <a:ext uri="{FF2B5EF4-FFF2-40B4-BE49-F238E27FC236}">
                <a16:creationId xmlns:a16="http://schemas.microsoft.com/office/drawing/2014/main" id="{BF457A02-414A-173E-A2DE-68F487822FA7}"/>
              </a:ext>
            </a:extLst>
          </p:cNvPr>
          <p:cNvSpPr>
            <a:spLocks noGrp="1"/>
          </p:cNvSpPr>
          <p:nvPr>
            <p:ph type="dt" sz="half" idx="2"/>
          </p:nvPr>
        </p:nvSpPr>
        <p:spPr>
          <a:xfrm>
            <a:off x="6579153" y="4914000"/>
            <a:ext cx="720000" cy="108000"/>
          </a:xfrm>
        </p:spPr>
        <p:txBody>
          <a:bodyPr/>
          <a:lstStyle/>
          <a:p>
            <a:pPr>
              <a:spcAft>
                <a:spcPts val="600"/>
              </a:spcAft>
            </a:pPr>
            <a:r>
              <a:rPr lang="en-AU"/>
              <a:t>DD MMM YY</a:t>
            </a:r>
          </a:p>
        </p:txBody>
      </p:sp>
      <p:sp>
        <p:nvSpPr>
          <p:cNvPr id="6" name="Text Placeholder 10">
            <a:extLst>
              <a:ext uri="{FF2B5EF4-FFF2-40B4-BE49-F238E27FC236}">
                <a16:creationId xmlns:a16="http://schemas.microsoft.com/office/drawing/2014/main" id="{4AB75480-FAE6-906C-1F70-204F3619F6F7}"/>
              </a:ext>
            </a:extLst>
          </p:cNvPr>
          <p:cNvSpPr txBox="1">
            <a:spLocks/>
          </p:cNvSpPr>
          <p:nvPr/>
        </p:nvSpPr>
        <p:spPr>
          <a:xfrm>
            <a:off x="1219104" y="81495"/>
            <a:ext cx="2583970" cy="430538"/>
          </a:xfrm>
          <a:prstGeom prst="rect">
            <a:avLst/>
          </a:prstGeom>
        </p:spPr>
        <p:txBody>
          <a:bodyPr vert="horz" lIns="0" tIns="0" rIns="0" bIns="0" rtlCol="0" anchor="t">
            <a:normAutofit/>
          </a:bodyPr>
          <a:lstStyle>
            <a:lvl1pPr marL="0" indent="0" algn="l" defTabSz="685800" rtl="0" eaLnBrk="1" latinLnBrk="0" hangingPunct="1">
              <a:lnSpc>
                <a:spcPct val="80000"/>
              </a:lnSpc>
              <a:spcBef>
                <a:spcPts val="0"/>
              </a:spcBef>
              <a:spcAft>
                <a:spcPts val="1800"/>
              </a:spcAft>
              <a:buFont typeface="Arial" panose="020B0604020202020204" pitchFamily="34" charset="0"/>
              <a:buNone/>
              <a:defRPr sz="3600" b="0" kern="1200">
                <a:solidFill>
                  <a:schemeClr val="accent1"/>
                </a:solidFill>
                <a:latin typeface="+mj-lt"/>
                <a:ea typeface="+mn-ea"/>
                <a:cs typeface="+mn-cs"/>
              </a:defRPr>
            </a:lvl1pPr>
            <a:lvl2pPr marL="0" indent="0" algn="l" defTabSz="685800" rtl="0" eaLnBrk="1" latinLnBrk="0" hangingPunct="1">
              <a:lnSpc>
                <a:spcPct val="100000"/>
              </a:lnSpc>
              <a:spcBef>
                <a:spcPts val="0"/>
              </a:spcBef>
              <a:spcAft>
                <a:spcPts val="600"/>
              </a:spcAft>
              <a:buFont typeface="Arial" panose="020B0604020202020204" pitchFamily="34" charset="0"/>
              <a:buNone/>
              <a:defRPr sz="1800" kern="1200">
                <a:solidFill>
                  <a:schemeClr val="accent1"/>
                </a:solidFill>
                <a:latin typeface="+mn-lt"/>
                <a:ea typeface="+mn-ea"/>
                <a:cs typeface="+mn-cs"/>
              </a:defRPr>
            </a:lvl2pPr>
            <a:lvl3pPr marL="180000" indent="-180000" algn="l" defTabSz="685800" rtl="0" eaLnBrk="1" latinLnBrk="0" hangingPunct="1">
              <a:lnSpc>
                <a:spcPct val="100000"/>
              </a:lnSpc>
              <a:spcBef>
                <a:spcPts val="0"/>
              </a:spcBef>
              <a:spcAft>
                <a:spcPts val="600"/>
              </a:spcAft>
              <a:buClr>
                <a:schemeClr val="accent1"/>
              </a:buClr>
              <a:buFont typeface="Arial" panose="020B0604020202020204" pitchFamily="34" charset="0"/>
              <a:buChar char="•"/>
              <a:defRPr sz="3600" kern="1200">
                <a:solidFill>
                  <a:schemeClr val="tx1"/>
                </a:solidFill>
                <a:latin typeface="+mn-lt"/>
                <a:ea typeface="+mn-ea"/>
                <a:cs typeface="+mn-cs"/>
              </a:defRPr>
            </a:lvl3pPr>
            <a:lvl4pPr marL="360000" indent="-180000" algn="l" defTabSz="685800" rtl="0" eaLnBrk="1" latinLnBrk="0" hangingPunct="1">
              <a:lnSpc>
                <a:spcPct val="100000"/>
              </a:lnSpc>
              <a:spcBef>
                <a:spcPts val="0"/>
              </a:spcBef>
              <a:spcAft>
                <a:spcPts val="600"/>
              </a:spcAft>
              <a:buClr>
                <a:schemeClr val="accent1"/>
              </a:buClr>
              <a:buFont typeface="Times New Roman" panose="02020603050405020304" pitchFamily="18" charset="0"/>
              <a:buChar char="–"/>
              <a:defRPr sz="3600" kern="1200">
                <a:solidFill>
                  <a:schemeClr val="tx1"/>
                </a:solidFill>
                <a:latin typeface="+mn-lt"/>
                <a:ea typeface="+mn-ea"/>
                <a:cs typeface="+mn-cs"/>
              </a:defRPr>
            </a:lvl4pPr>
            <a:lvl5pPr marL="540000" indent="-180000" algn="l" defTabSz="685800" rtl="0" eaLnBrk="1" latinLnBrk="0" hangingPunct="1">
              <a:lnSpc>
                <a:spcPct val="100000"/>
              </a:lnSpc>
              <a:spcBef>
                <a:spcPts val="0"/>
              </a:spcBef>
              <a:spcAft>
                <a:spcPts val="600"/>
              </a:spcAft>
              <a:buClr>
                <a:schemeClr val="accent1"/>
              </a:buClr>
              <a:buFont typeface="Sofia Pro Light" panose="020B0000000000000000" pitchFamily="34" charset="0"/>
              <a:buChar char="»"/>
              <a:defRPr sz="3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Bef>
                <a:spcPct val="0"/>
              </a:spcBef>
            </a:pPr>
            <a:r>
              <a:rPr lang="en-US" sz="3200" kern="1200" dirty="0">
                <a:latin typeface="+mj-lt"/>
                <a:ea typeface="+mj-ea"/>
                <a:cs typeface="+mj-cs"/>
              </a:rPr>
              <a:t>Retrieval Agent</a:t>
            </a:r>
          </a:p>
        </p:txBody>
      </p:sp>
      <p:sp>
        <p:nvSpPr>
          <p:cNvPr id="8" name="Text Placeholder 10">
            <a:extLst>
              <a:ext uri="{FF2B5EF4-FFF2-40B4-BE49-F238E27FC236}">
                <a16:creationId xmlns:a16="http://schemas.microsoft.com/office/drawing/2014/main" id="{1E8A49CB-BAC2-DC36-20C4-FB2DBEBD2EFB}"/>
              </a:ext>
            </a:extLst>
          </p:cNvPr>
          <p:cNvSpPr txBox="1">
            <a:spLocks/>
          </p:cNvSpPr>
          <p:nvPr/>
        </p:nvSpPr>
        <p:spPr>
          <a:xfrm>
            <a:off x="5396768" y="81496"/>
            <a:ext cx="2689957" cy="430538"/>
          </a:xfrm>
          <a:prstGeom prst="rect">
            <a:avLst/>
          </a:prstGeom>
        </p:spPr>
        <p:txBody>
          <a:bodyPr vert="horz" lIns="0" tIns="0" rIns="0" bIns="0" rtlCol="0" anchor="ctr">
            <a:normAutofit/>
          </a:bodyPr>
          <a:lstStyle>
            <a:lvl1pPr marL="0" indent="0" algn="l" defTabSz="685800" rtl="0" eaLnBrk="1" latinLnBrk="0" hangingPunct="1">
              <a:lnSpc>
                <a:spcPct val="80000"/>
              </a:lnSpc>
              <a:spcBef>
                <a:spcPts val="0"/>
              </a:spcBef>
              <a:spcAft>
                <a:spcPts val="1800"/>
              </a:spcAft>
              <a:buFont typeface="Arial" panose="020B0604020202020204" pitchFamily="34" charset="0"/>
              <a:buNone/>
              <a:defRPr sz="3600" b="0" kern="1200">
                <a:solidFill>
                  <a:schemeClr val="accent1"/>
                </a:solidFill>
                <a:latin typeface="+mj-lt"/>
                <a:ea typeface="+mn-ea"/>
                <a:cs typeface="+mn-cs"/>
              </a:defRPr>
            </a:lvl1pPr>
            <a:lvl2pPr marL="0" indent="0" algn="l" defTabSz="685800" rtl="0" eaLnBrk="1" latinLnBrk="0" hangingPunct="1">
              <a:lnSpc>
                <a:spcPct val="100000"/>
              </a:lnSpc>
              <a:spcBef>
                <a:spcPts val="0"/>
              </a:spcBef>
              <a:spcAft>
                <a:spcPts val="600"/>
              </a:spcAft>
              <a:buFont typeface="Arial" panose="020B0604020202020204" pitchFamily="34" charset="0"/>
              <a:buNone/>
              <a:defRPr sz="1800" kern="1200">
                <a:solidFill>
                  <a:schemeClr val="accent1"/>
                </a:solidFill>
                <a:latin typeface="+mn-lt"/>
                <a:ea typeface="+mn-ea"/>
                <a:cs typeface="+mn-cs"/>
              </a:defRPr>
            </a:lvl2pPr>
            <a:lvl3pPr marL="180000" indent="-180000" algn="l" defTabSz="685800" rtl="0" eaLnBrk="1" latinLnBrk="0" hangingPunct="1">
              <a:lnSpc>
                <a:spcPct val="100000"/>
              </a:lnSpc>
              <a:spcBef>
                <a:spcPts val="0"/>
              </a:spcBef>
              <a:spcAft>
                <a:spcPts val="600"/>
              </a:spcAft>
              <a:buClr>
                <a:schemeClr val="accent1"/>
              </a:buClr>
              <a:buFont typeface="Arial" panose="020B0604020202020204" pitchFamily="34" charset="0"/>
              <a:buChar char="•"/>
              <a:defRPr sz="3600" kern="1200">
                <a:solidFill>
                  <a:schemeClr val="tx1"/>
                </a:solidFill>
                <a:latin typeface="+mn-lt"/>
                <a:ea typeface="+mn-ea"/>
                <a:cs typeface="+mn-cs"/>
              </a:defRPr>
            </a:lvl3pPr>
            <a:lvl4pPr marL="360000" indent="-180000" algn="l" defTabSz="685800" rtl="0" eaLnBrk="1" latinLnBrk="0" hangingPunct="1">
              <a:lnSpc>
                <a:spcPct val="100000"/>
              </a:lnSpc>
              <a:spcBef>
                <a:spcPts val="0"/>
              </a:spcBef>
              <a:spcAft>
                <a:spcPts val="600"/>
              </a:spcAft>
              <a:buClr>
                <a:schemeClr val="accent1"/>
              </a:buClr>
              <a:buFont typeface="Times New Roman" panose="02020603050405020304" pitchFamily="18" charset="0"/>
              <a:buChar char="–"/>
              <a:defRPr sz="3600" kern="1200">
                <a:solidFill>
                  <a:schemeClr val="tx1"/>
                </a:solidFill>
                <a:latin typeface="+mn-lt"/>
                <a:ea typeface="+mn-ea"/>
                <a:cs typeface="+mn-cs"/>
              </a:defRPr>
            </a:lvl4pPr>
            <a:lvl5pPr marL="540000" indent="-180000" algn="l" defTabSz="685800" rtl="0" eaLnBrk="1" latinLnBrk="0" hangingPunct="1">
              <a:lnSpc>
                <a:spcPct val="100000"/>
              </a:lnSpc>
              <a:spcBef>
                <a:spcPts val="0"/>
              </a:spcBef>
              <a:spcAft>
                <a:spcPts val="600"/>
              </a:spcAft>
              <a:buClr>
                <a:schemeClr val="accent1"/>
              </a:buClr>
              <a:buFont typeface="Sofia Pro Light" panose="020B0000000000000000" pitchFamily="34" charset="0"/>
              <a:buChar char="»"/>
              <a:defRPr sz="3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Bef>
                <a:spcPct val="0"/>
              </a:spcBef>
            </a:pPr>
            <a:r>
              <a:rPr lang="en-US" sz="3200" dirty="0">
                <a:ea typeface="+mj-ea"/>
                <a:cs typeface="+mj-cs"/>
              </a:rPr>
              <a:t>Matching</a:t>
            </a:r>
            <a:r>
              <a:rPr lang="en-US" sz="3200" kern="1200" dirty="0">
                <a:latin typeface="+mj-lt"/>
                <a:ea typeface="+mj-ea"/>
                <a:cs typeface="+mj-cs"/>
              </a:rPr>
              <a:t> Agent</a:t>
            </a:r>
          </a:p>
        </p:txBody>
      </p:sp>
      <p:pic>
        <p:nvPicPr>
          <p:cNvPr id="9" name="Picture 8" descr="Matching Agent">
            <a:extLst>
              <a:ext uri="{FF2B5EF4-FFF2-40B4-BE49-F238E27FC236}">
                <a16:creationId xmlns:a16="http://schemas.microsoft.com/office/drawing/2014/main" id="{61E8CFED-31D3-C950-493A-A7C3B42493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8602" y="581640"/>
            <a:ext cx="3716730" cy="4207530"/>
          </a:xfrm>
          <a:prstGeom prst="rect">
            <a:avLst/>
          </a:prstGeom>
        </p:spPr>
      </p:pic>
    </p:spTree>
    <p:extLst>
      <p:ext uri="{BB962C8B-B14F-4D97-AF65-F5344CB8AC3E}">
        <p14:creationId xmlns:p14="http://schemas.microsoft.com/office/powerpoint/2010/main" val="4117033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011F82E-DB1F-4ECC-B637-B7774EFBDA8D}"/>
              </a:ext>
            </a:extLst>
          </p:cNvPr>
          <p:cNvSpPr>
            <a:spLocks noGrp="1"/>
          </p:cNvSpPr>
          <p:nvPr>
            <p:ph type="ftr" sz="quarter" idx="11"/>
          </p:nvPr>
        </p:nvSpPr>
        <p:spPr>
          <a:xfrm>
            <a:off x="844200" y="4914000"/>
            <a:ext cx="4320000" cy="108000"/>
          </a:xfrm>
        </p:spPr>
        <p:txBody>
          <a:bodyPr/>
          <a:lstStyle/>
          <a:p>
            <a:r>
              <a:rPr lang="en-US" dirty="0"/>
              <a:t>ANU SCHOOL OF COMPUTING  |   Agent-OM: Leveraging LLM Agents for Ontology Matching</a:t>
            </a:r>
          </a:p>
          <a:p>
            <a:endParaRPr lang="en-AU" dirty="0"/>
          </a:p>
        </p:txBody>
      </p:sp>
      <p:sp>
        <p:nvSpPr>
          <p:cNvPr id="5" name="Slide Number Placeholder 4">
            <a:extLst>
              <a:ext uri="{FF2B5EF4-FFF2-40B4-BE49-F238E27FC236}">
                <a16:creationId xmlns:a16="http://schemas.microsoft.com/office/drawing/2014/main" id="{B9AA64DA-1709-49F5-8FEC-EB4B418BA4AD}"/>
              </a:ext>
            </a:extLst>
          </p:cNvPr>
          <p:cNvSpPr>
            <a:spLocks noGrp="1"/>
          </p:cNvSpPr>
          <p:nvPr>
            <p:ph type="sldNum" sz="quarter" idx="12"/>
          </p:nvPr>
        </p:nvSpPr>
        <p:spPr>
          <a:xfrm>
            <a:off x="324000" y="4914000"/>
            <a:ext cx="360000" cy="108000"/>
          </a:xfrm>
        </p:spPr>
        <p:txBody>
          <a:bodyPr/>
          <a:lstStyle/>
          <a:p>
            <a:fld id="{10A01DC5-1685-4615-8240-15192985C6A2}" type="slidenum">
              <a:rPr lang="en-AU" smtClean="0"/>
              <a:pPr/>
              <a:t>10</a:t>
            </a:fld>
            <a:endParaRPr lang="en-AU"/>
          </a:p>
        </p:txBody>
      </p:sp>
      <p:sp>
        <p:nvSpPr>
          <p:cNvPr id="7" name="Text Placeholder 10">
            <a:extLst>
              <a:ext uri="{FF2B5EF4-FFF2-40B4-BE49-F238E27FC236}">
                <a16:creationId xmlns:a16="http://schemas.microsoft.com/office/drawing/2014/main" id="{316ECF7F-A14C-52BC-8EE5-66509F7F4EC9}"/>
              </a:ext>
            </a:extLst>
          </p:cNvPr>
          <p:cNvSpPr txBox="1">
            <a:spLocks/>
          </p:cNvSpPr>
          <p:nvPr/>
        </p:nvSpPr>
        <p:spPr>
          <a:xfrm>
            <a:off x="324000" y="238153"/>
            <a:ext cx="8331367" cy="508088"/>
          </a:xfrm>
          <a:prstGeom prst="rect">
            <a:avLst/>
          </a:prstGeom>
        </p:spPr>
        <p:txBody>
          <a:bodyPr vert="horz" lIns="0" tIns="0" rIns="0" bIns="0" rtlCol="0">
            <a:normAutofit/>
          </a:bodyPr>
          <a:lstStyle>
            <a:lvl1pPr marL="0" indent="0" algn="l" defTabSz="685800" rtl="0" eaLnBrk="1" latinLnBrk="0" hangingPunct="1">
              <a:lnSpc>
                <a:spcPct val="80000"/>
              </a:lnSpc>
              <a:spcBef>
                <a:spcPts val="0"/>
              </a:spcBef>
              <a:spcAft>
                <a:spcPts val="1800"/>
              </a:spcAft>
              <a:buFont typeface="Arial" panose="020B0604020202020204" pitchFamily="34" charset="0"/>
              <a:buNone/>
              <a:defRPr sz="3600" b="0" kern="1200">
                <a:solidFill>
                  <a:schemeClr val="accent1"/>
                </a:solidFill>
                <a:latin typeface="+mj-lt"/>
                <a:ea typeface="+mn-ea"/>
                <a:cs typeface="+mn-cs"/>
              </a:defRPr>
            </a:lvl1pPr>
            <a:lvl2pPr marL="0" indent="0" algn="l" defTabSz="685800" rtl="0" eaLnBrk="1" latinLnBrk="0" hangingPunct="1">
              <a:lnSpc>
                <a:spcPct val="100000"/>
              </a:lnSpc>
              <a:spcBef>
                <a:spcPts val="0"/>
              </a:spcBef>
              <a:spcAft>
                <a:spcPts val="600"/>
              </a:spcAft>
              <a:buFont typeface="Arial" panose="020B0604020202020204" pitchFamily="34" charset="0"/>
              <a:buNone/>
              <a:defRPr sz="1800" kern="1200">
                <a:solidFill>
                  <a:schemeClr val="accent1"/>
                </a:solidFill>
                <a:latin typeface="+mn-lt"/>
                <a:ea typeface="+mn-ea"/>
                <a:cs typeface="+mn-cs"/>
              </a:defRPr>
            </a:lvl2pPr>
            <a:lvl3pPr marL="180000" indent="-180000" algn="l" defTabSz="685800" rtl="0" eaLnBrk="1" latinLnBrk="0" hangingPunct="1">
              <a:lnSpc>
                <a:spcPct val="100000"/>
              </a:lnSpc>
              <a:spcBef>
                <a:spcPts val="0"/>
              </a:spcBef>
              <a:spcAft>
                <a:spcPts val="600"/>
              </a:spcAft>
              <a:buClr>
                <a:schemeClr val="accent1"/>
              </a:buClr>
              <a:buFont typeface="Arial" panose="020B0604020202020204" pitchFamily="34" charset="0"/>
              <a:buChar char="•"/>
              <a:defRPr sz="3600" kern="1200">
                <a:solidFill>
                  <a:schemeClr val="tx1"/>
                </a:solidFill>
                <a:latin typeface="+mn-lt"/>
                <a:ea typeface="+mn-ea"/>
                <a:cs typeface="+mn-cs"/>
              </a:defRPr>
            </a:lvl3pPr>
            <a:lvl4pPr marL="360000" indent="-180000" algn="l" defTabSz="685800" rtl="0" eaLnBrk="1" latinLnBrk="0" hangingPunct="1">
              <a:lnSpc>
                <a:spcPct val="100000"/>
              </a:lnSpc>
              <a:spcBef>
                <a:spcPts val="0"/>
              </a:spcBef>
              <a:spcAft>
                <a:spcPts val="600"/>
              </a:spcAft>
              <a:buClr>
                <a:schemeClr val="accent1"/>
              </a:buClr>
              <a:buFont typeface="Times New Roman" panose="02020603050405020304" pitchFamily="18" charset="0"/>
              <a:buChar char="–"/>
              <a:defRPr sz="3600" kern="1200">
                <a:solidFill>
                  <a:schemeClr val="tx1"/>
                </a:solidFill>
                <a:latin typeface="+mn-lt"/>
                <a:ea typeface="+mn-ea"/>
                <a:cs typeface="+mn-cs"/>
              </a:defRPr>
            </a:lvl4pPr>
            <a:lvl5pPr marL="540000" indent="-180000" algn="l" defTabSz="685800" rtl="0" eaLnBrk="1" latinLnBrk="0" hangingPunct="1">
              <a:lnSpc>
                <a:spcPct val="100000"/>
              </a:lnSpc>
              <a:spcBef>
                <a:spcPts val="0"/>
              </a:spcBef>
              <a:spcAft>
                <a:spcPts val="600"/>
              </a:spcAft>
              <a:buClr>
                <a:schemeClr val="accent1"/>
              </a:buClr>
              <a:buFont typeface="Sofia Pro Light" panose="020B0000000000000000" pitchFamily="34" charset="0"/>
              <a:buChar char="»"/>
              <a:defRPr sz="3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05 Evaluation</a:t>
            </a:r>
          </a:p>
        </p:txBody>
      </p:sp>
      <p:sp>
        <p:nvSpPr>
          <p:cNvPr id="17" name="TextBox 16">
            <a:extLst>
              <a:ext uri="{FF2B5EF4-FFF2-40B4-BE49-F238E27FC236}">
                <a16:creationId xmlns:a16="http://schemas.microsoft.com/office/drawing/2014/main" id="{32BFA487-9D78-583E-A54C-5A51DC2F8B58}"/>
              </a:ext>
            </a:extLst>
          </p:cNvPr>
          <p:cNvSpPr txBox="1"/>
          <p:nvPr/>
        </p:nvSpPr>
        <p:spPr>
          <a:xfrm>
            <a:off x="684000" y="2515300"/>
            <a:ext cx="2126579" cy="307777"/>
          </a:xfrm>
          <a:prstGeom prst="rect">
            <a:avLst/>
          </a:prstGeom>
          <a:noFill/>
        </p:spPr>
        <p:txBody>
          <a:bodyPr wrap="square" rtlCol="0">
            <a:spAutoFit/>
          </a:bodyPr>
          <a:lstStyle/>
          <a:p>
            <a:pPr marL="285750" lvl="2" indent="-285750" defTabSz="685800">
              <a:spcAft>
                <a:spcPts val="600"/>
              </a:spcAft>
              <a:buClr>
                <a:srgbClr val="BE830E"/>
              </a:buClr>
              <a:buFont typeface="Wingdings" panose="05000000000000000000" pitchFamily="2" charset="2"/>
              <a:buChar char="Ø"/>
              <a:defRPr/>
            </a:pPr>
            <a:r>
              <a:rPr lang="en-US" sz="1400" dirty="0">
                <a:solidFill>
                  <a:prstClr val="black"/>
                </a:solidFill>
                <a:latin typeface="Public Sans Light"/>
              </a:rPr>
              <a:t>OAEI Conference Track</a:t>
            </a:r>
            <a:endParaRPr kumimoji="0" lang="en-US" sz="1400" b="0" i="0" u="none" strike="noStrike" kern="1200" cap="none" spc="0" normalizeH="0" baseline="0" noProof="0" dirty="0">
              <a:ln>
                <a:noFill/>
              </a:ln>
              <a:solidFill>
                <a:prstClr val="black"/>
              </a:solidFill>
              <a:effectLst/>
              <a:uLnTx/>
              <a:uFillTx/>
              <a:latin typeface="Public Sans Light"/>
              <a:ea typeface="+mn-ea"/>
              <a:cs typeface="+mn-cs"/>
            </a:endParaRPr>
          </a:p>
        </p:txBody>
      </p:sp>
      <p:sp>
        <p:nvSpPr>
          <p:cNvPr id="19" name="TextBox 18">
            <a:extLst>
              <a:ext uri="{FF2B5EF4-FFF2-40B4-BE49-F238E27FC236}">
                <a16:creationId xmlns:a16="http://schemas.microsoft.com/office/drawing/2014/main" id="{617B1C3E-B6C9-8D37-1291-F88A75556307}"/>
              </a:ext>
            </a:extLst>
          </p:cNvPr>
          <p:cNvSpPr txBox="1"/>
          <p:nvPr/>
        </p:nvSpPr>
        <p:spPr>
          <a:xfrm>
            <a:off x="4868934" y="2533258"/>
            <a:ext cx="2126579" cy="307777"/>
          </a:xfrm>
          <a:prstGeom prst="rect">
            <a:avLst/>
          </a:prstGeom>
          <a:noFill/>
        </p:spPr>
        <p:txBody>
          <a:bodyPr wrap="square" rtlCol="0">
            <a:spAutoFit/>
          </a:bodyPr>
          <a:lstStyle/>
          <a:p>
            <a:pPr marL="285750" lvl="2" indent="-285750" defTabSz="685800">
              <a:spcAft>
                <a:spcPts val="600"/>
              </a:spcAft>
              <a:buClr>
                <a:srgbClr val="BE830E"/>
              </a:buClr>
              <a:buFont typeface="Wingdings" panose="05000000000000000000" pitchFamily="2" charset="2"/>
              <a:buChar char="Ø"/>
              <a:defRPr/>
            </a:pPr>
            <a:r>
              <a:rPr lang="en-US" sz="1400" dirty="0">
                <a:solidFill>
                  <a:prstClr val="black"/>
                </a:solidFill>
                <a:latin typeface="Public Sans Light"/>
              </a:rPr>
              <a:t>OAEI Anatomy Track</a:t>
            </a:r>
            <a:endParaRPr kumimoji="0" lang="en-US" sz="1400" b="0" i="0" u="none" strike="noStrike" kern="1200" cap="none" spc="0" normalizeH="0" baseline="0" noProof="0" dirty="0">
              <a:ln>
                <a:noFill/>
              </a:ln>
              <a:solidFill>
                <a:prstClr val="black"/>
              </a:solidFill>
              <a:effectLst/>
              <a:uLnTx/>
              <a:uFillTx/>
              <a:latin typeface="Public Sans Light"/>
              <a:ea typeface="+mn-ea"/>
              <a:cs typeface="+mn-cs"/>
            </a:endParaRPr>
          </a:p>
        </p:txBody>
      </p:sp>
      <p:sp>
        <p:nvSpPr>
          <p:cNvPr id="20" name="TextBox 19">
            <a:extLst>
              <a:ext uri="{FF2B5EF4-FFF2-40B4-BE49-F238E27FC236}">
                <a16:creationId xmlns:a16="http://schemas.microsoft.com/office/drawing/2014/main" id="{5FFD7156-5F41-E10E-0C2A-35D801A1483B}"/>
              </a:ext>
            </a:extLst>
          </p:cNvPr>
          <p:cNvSpPr txBox="1"/>
          <p:nvPr/>
        </p:nvSpPr>
        <p:spPr>
          <a:xfrm>
            <a:off x="3508710" y="4386339"/>
            <a:ext cx="2126579" cy="307777"/>
          </a:xfrm>
          <a:prstGeom prst="rect">
            <a:avLst/>
          </a:prstGeom>
          <a:noFill/>
        </p:spPr>
        <p:txBody>
          <a:bodyPr wrap="square" rtlCol="0">
            <a:spAutoFit/>
          </a:bodyPr>
          <a:lstStyle/>
          <a:p>
            <a:pPr marL="285750" lvl="2" indent="-285750" defTabSz="685800">
              <a:spcAft>
                <a:spcPts val="600"/>
              </a:spcAft>
              <a:buClr>
                <a:srgbClr val="BE830E"/>
              </a:buClr>
              <a:buFont typeface="Wingdings" panose="05000000000000000000" pitchFamily="2" charset="2"/>
              <a:buChar char="Ø"/>
              <a:defRPr/>
            </a:pPr>
            <a:r>
              <a:rPr lang="en-US" sz="1400" dirty="0">
                <a:solidFill>
                  <a:prstClr val="black"/>
                </a:solidFill>
                <a:latin typeface="Public Sans Light"/>
              </a:rPr>
              <a:t>OAEI MSE Track</a:t>
            </a:r>
            <a:endParaRPr kumimoji="0" lang="en-US" sz="1400" b="0" i="0" u="none" strike="noStrike" kern="1200" cap="none" spc="0" normalizeH="0" baseline="0" noProof="0" dirty="0">
              <a:ln>
                <a:noFill/>
              </a:ln>
              <a:solidFill>
                <a:prstClr val="black"/>
              </a:solidFill>
              <a:effectLst/>
              <a:uLnTx/>
              <a:uFillTx/>
              <a:latin typeface="Public Sans Light"/>
              <a:ea typeface="+mn-ea"/>
              <a:cs typeface="+mn-cs"/>
            </a:endParaRPr>
          </a:p>
        </p:txBody>
      </p:sp>
      <p:pic>
        <p:nvPicPr>
          <p:cNvPr id="6" name="Picture 5" descr="A graph of different colored triangles&#10;&#10;Description automatically generated with medium confidence">
            <a:extLst>
              <a:ext uri="{FF2B5EF4-FFF2-40B4-BE49-F238E27FC236}">
                <a16:creationId xmlns:a16="http://schemas.microsoft.com/office/drawing/2014/main" id="{4C7848E9-6C3A-FC22-A073-917FAC53C0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26" y="812858"/>
            <a:ext cx="2879797" cy="1591139"/>
          </a:xfrm>
          <a:prstGeom prst="rect">
            <a:avLst/>
          </a:prstGeom>
        </p:spPr>
      </p:pic>
      <p:pic>
        <p:nvPicPr>
          <p:cNvPr id="11" name="Picture 10" descr="A graph of different colored lines&#10;&#10;Description automatically generated with medium confidence">
            <a:extLst>
              <a:ext uri="{FF2B5EF4-FFF2-40B4-BE49-F238E27FC236}">
                <a16:creationId xmlns:a16="http://schemas.microsoft.com/office/drawing/2014/main" id="{20252DC5-E59F-48C8-EBA5-233FC67D3A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99674" y="819306"/>
            <a:ext cx="3012224" cy="1584691"/>
          </a:xfrm>
          <a:prstGeom prst="rect">
            <a:avLst/>
          </a:prstGeom>
        </p:spPr>
      </p:pic>
      <p:pic>
        <p:nvPicPr>
          <p:cNvPr id="15" name="Picture 14" descr="A graph of different colored triangles&#10;&#10;Description automatically generated with medium confidence">
            <a:extLst>
              <a:ext uri="{FF2B5EF4-FFF2-40B4-BE49-F238E27FC236}">
                <a16:creationId xmlns:a16="http://schemas.microsoft.com/office/drawing/2014/main" id="{32DE83C3-7E99-4B45-F36F-C2A19DF5DA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67750" y="812858"/>
            <a:ext cx="3012224" cy="1584691"/>
          </a:xfrm>
          <a:prstGeom prst="rect">
            <a:avLst/>
          </a:prstGeom>
        </p:spPr>
      </p:pic>
      <p:pic>
        <p:nvPicPr>
          <p:cNvPr id="21" name="Picture 20" descr="A graph of different colored lines&#10;&#10;Description automatically generated with medium confidence">
            <a:extLst>
              <a:ext uri="{FF2B5EF4-FFF2-40B4-BE49-F238E27FC236}">
                <a16:creationId xmlns:a16="http://schemas.microsoft.com/office/drawing/2014/main" id="{F082E523-528A-2C57-56E9-9C353DCAD41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026" y="2918491"/>
            <a:ext cx="3012224" cy="1405703"/>
          </a:xfrm>
          <a:prstGeom prst="rect">
            <a:avLst/>
          </a:prstGeom>
        </p:spPr>
      </p:pic>
      <p:pic>
        <p:nvPicPr>
          <p:cNvPr id="23" name="Picture 22" descr="A graph of different colored lines&#10;&#10;Description automatically generated with medium confidence">
            <a:extLst>
              <a:ext uri="{FF2B5EF4-FFF2-40B4-BE49-F238E27FC236}">
                <a16:creationId xmlns:a16="http://schemas.microsoft.com/office/drawing/2014/main" id="{852368F4-3589-848B-F5E4-10C3CC02D64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76250" y="2924937"/>
            <a:ext cx="3012224" cy="1405705"/>
          </a:xfrm>
          <a:prstGeom prst="rect">
            <a:avLst/>
          </a:prstGeom>
        </p:spPr>
      </p:pic>
      <p:pic>
        <p:nvPicPr>
          <p:cNvPr id="25" name="Picture 24" descr="A graph of a function&#10;&#10;Description automatically generated with medium confidence">
            <a:extLst>
              <a:ext uri="{FF2B5EF4-FFF2-40B4-BE49-F238E27FC236}">
                <a16:creationId xmlns:a16="http://schemas.microsoft.com/office/drawing/2014/main" id="{ECE224E9-9445-8D5B-DBE4-1ADDD5F220D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88474" y="2918489"/>
            <a:ext cx="3012224" cy="1405705"/>
          </a:xfrm>
          <a:prstGeom prst="rect">
            <a:avLst/>
          </a:prstGeom>
        </p:spPr>
      </p:pic>
    </p:spTree>
    <p:extLst>
      <p:ext uri="{BB962C8B-B14F-4D97-AF65-F5344CB8AC3E}">
        <p14:creationId xmlns:p14="http://schemas.microsoft.com/office/powerpoint/2010/main" val="503197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011F82E-DB1F-4ECC-B637-B7774EFBDA8D}"/>
              </a:ext>
            </a:extLst>
          </p:cNvPr>
          <p:cNvSpPr>
            <a:spLocks noGrp="1"/>
          </p:cNvSpPr>
          <p:nvPr>
            <p:ph type="ftr" sz="quarter" idx="11"/>
          </p:nvPr>
        </p:nvSpPr>
        <p:spPr>
          <a:xfrm>
            <a:off x="844200" y="4914000"/>
            <a:ext cx="4320000" cy="108000"/>
          </a:xfrm>
        </p:spPr>
        <p:txBody>
          <a:bodyPr/>
          <a:lstStyle/>
          <a:p>
            <a:r>
              <a:rPr lang="en-US" dirty="0"/>
              <a:t>ANU SCHOOL OF COMPUTING  |   Agent-OM: Leveraging LLM Agents for Ontology Matching</a:t>
            </a:r>
          </a:p>
          <a:p>
            <a:endParaRPr lang="en-AU" dirty="0"/>
          </a:p>
        </p:txBody>
      </p:sp>
      <p:sp>
        <p:nvSpPr>
          <p:cNvPr id="5" name="Slide Number Placeholder 4">
            <a:extLst>
              <a:ext uri="{FF2B5EF4-FFF2-40B4-BE49-F238E27FC236}">
                <a16:creationId xmlns:a16="http://schemas.microsoft.com/office/drawing/2014/main" id="{B9AA64DA-1709-49F5-8FEC-EB4B418BA4AD}"/>
              </a:ext>
            </a:extLst>
          </p:cNvPr>
          <p:cNvSpPr>
            <a:spLocks noGrp="1"/>
          </p:cNvSpPr>
          <p:nvPr>
            <p:ph type="sldNum" sz="quarter" idx="12"/>
          </p:nvPr>
        </p:nvSpPr>
        <p:spPr>
          <a:xfrm>
            <a:off x="324000" y="4914000"/>
            <a:ext cx="360000" cy="108000"/>
          </a:xfrm>
        </p:spPr>
        <p:txBody>
          <a:bodyPr/>
          <a:lstStyle/>
          <a:p>
            <a:fld id="{10A01DC5-1685-4615-8240-15192985C6A2}" type="slidenum">
              <a:rPr lang="en-AU" smtClean="0"/>
              <a:pPr/>
              <a:t>11</a:t>
            </a:fld>
            <a:endParaRPr lang="en-AU"/>
          </a:p>
        </p:txBody>
      </p:sp>
      <p:sp>
        <p:nvSpPr>
          <p:cNvPr id="7" name="Text Placeholder 10">
            <a:extLst>
              <a:ext uri="{FF2B5EF4-FFF2-40B4-BE49-F238E27FC236}">
                <a16:creationId xmlns:a16="http://schemas.microsoft.com/office/drawing/2014/main" id="{316ECF7F-A14C-52BC-8EE5-66509F7F4EC9}"/>
              </a:ext>
            </a:extLst>
          </p:cNvPr>
          <p:cNvSpPr txBox="1">
            <a:spLocks/>
          </p:cNvSpPr>
          <p:nvPr/>
        </p:nvSpPr>
        <p:spPr>
          <a:xfrm>
            <a:off x="324000" y="238153"/>
            <a:ext cx="8331367" cy="508088"/>
          </a:xfrm>
          <a:prstGeom prst="rect">
            <a:avLst/>
          </a:prstGeom>
        </p:spPr>
        <p:txBody>
          <a:bodyPr vert="horz" lIns="0" tIns="0" rIns="0" bIns="0" rtlCol="0">
            <a:normAutofit/>
          </a:bodyPr>
          <a:lstStyle>
            <a:lvl1pPr marL="0" indent="0" algn="l" defTabSz="685800" rtl="0" eaLnBrk="1" latinLnBrk="0" hangingPunct="1">
              <a:lnSpc>
                <a:spcPct val="80000"/>
              </a:lnSpc>
              <a:spcBef>
                <a:spcPts val="0"/>
              </a:spcBef>
              <a:spcAft>
                <a:spcPts val="1800"/>
              </a:spcAft>
              <a:buFont typeface="Arial" panose="020B0604020202020204" pitchFamily="34" charset="0"/>
              <a:buNone/>
              <a:defRPr sz="3600" b="0" kern="1200">
                <a:solidFill>
                  <a:schemeClr val="accent1"/>
                </a:solidFill>
                <a:latin typeface="+mj-lt"/>
                <a:ea typeface="+mn-ea"/>
                <a:cs typeface="+mn-cs"/>
              </a:defRPr>
            </a:lvl1pPr>
            <a:lvl2pPr marL="0" indent="0" algn="l" defTabSz="685800" rtl="0" eaLnBrk="1" latinLnBrk="0" hangingPunct="1">
              <a:lnSpc>
                <a:spcPct val="100000"/>
              </a:lnSpc>
              <a:spcBef>
                <a:spcPts val="0"/>
              </a:spcBef>
              <a:spcAft>
                <a:spcPts val="600"/>
              </a:spcAft>
              <a:buFont typeface="Arial" panose="020B0604020202020204" pitchFamily="34" charset="0"/>
              <a:buNone/>
              <a:defRPr sz="1800" kern="1200">
                <a:solidFill>
                  <a:schemeClr val="accent1"/>
                </a:solidFill>
                <a:latin typeface="+mn-lt"/>
                <a:ea typeface="+mn-ea"/>
                <a:cs typeface="+mn-cs"/>
              </a:defRPr>
            </a:lvl2pPr>
            <a:lvl3pPr marL="180000" indent="-180000" algn="l" defTabSz="685800" rtl="0" eaLnBrk="1" latinLnBrk="0" hangingPunct="1">
              <a:lnSpc>
                <a:spcPct val="100000"/>
              </a:lnSpc>
              <a:spcBef>
                <a:spcPts val="0"/>
              </a:spcBef>
              <a:spcAft>
                <a:spcPts val="600"/>
              </a:spcAft>
              <a:buClr>
                <a:schemeClr val="accent1"/>
              </a:buClr>
              <a:buFont typeface="Arial" panose="020B0604020202020204" pitchFamily="34" charset="0"/>
              <a:buChar char="•"/>
              <a:defRPr sz="3600" kern="1200">
                <a:solidFill>
                  <a:schemeClr val="tx1"/>
                </a:solidFill>
                <a:latin typeface="+mn-lt"/>
                <a:ea typeface="+mn-ea"/>
                <a:cs typeface="+mn-cs"/>
              </a:defRPr>
            </a:lvl3pPr>
            <a:lvl4pPr marL="360000" indent="-180000" algn="l" defTabSz="685800" rtl="0" eaLnBrk="1" latinLnBrk="0" hangingPunct="1">
              <a:lnSpc>
                <a:spcPct val="100000"/>
              </a:lnSpc>
              <a:spcBef>
                <a:spcPts val="0"/>
              </a:spcBef>
              <a:spcAft>
                <a:spcPts val="600"/>
              </a:spcAft>
              <a:buClr>
                <a:schemeClr val="accent1"/>
              </a:buClr>
              <a:buFont typeface="Times New Roman" panose="02020603050405020304" pitchFamily="18" charset="0"/>
              <a:buChar char="–"/>
              <a:defRPr sz="3600" kern="1200">
                <a:solidFill>
                  <a:schemeClr val="tx1"/>
                </a:solidFill>
                <a:latin typeface="+mn-lt"/>
                <a:ea typeface="+mn-ea"/>
                <a:cs typeface="+mn-cs"/>
              </a:defRPr>
            </a:lvl4pPr>
            <a:lvl5pPr marL="540000" indent="-180000" algn="l" defTabSz="685800" rtl="0" eaLnBrk="1" latinLnBrk="0" hangingPunct="1">
              <a:lnSpc>
                <a:spcPct val="100000"/>
              </a:lnSpc>
              <a:spcBef>
                <a:spcPts val="0"/>
              </a:spcBef>
              <a:spcAft>
                <a:spcPts val="600"/>
              </a:spcAft>
              <a:buClr>
                <a:schemeClr val="accent1"/>
              </a:buClr>
              <a:buFont typeface="Sofia Pro Light" panose="020B0000000000000000" pitchFamily="34" charset="0"/>
              <a:buChar char="»"/>
              <a:defRPr sz="3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05 Ablation Study</a:t>
            </a:r>
          </a:p>
        </p:txBody>
      </p:sp>
      <p:sp>
        <p:nvSpPr>
          <p:cNvPr id="17" name="TextBox 16">
            <a:extLst>
              <a:ext uri="{FF2B5EF4-FFF2-40B4-BE49-F238E27FC236}">
                <a16:creationId xmlns:a16="http://schemas.microsoft.com/office/drawing/2014/main" id="{32BFA487-9D78-583E-A54C-5A51DC2F8B58}"/>
              </a:ext>
            </a:extLst>
          </p:cNvPr>
          <p:cNvSpPr txBox="1"/>
          <p:nvPr/>
        </p:nvSpPr>
        <p:spPr>
          <a:xfrm>
            <a:off x="222986" y="2366239"/>
            <a:ext cx="3465718" cy="307777"/>
          </a:xfrm>
          <a:prstGeom prst="rect">
            <a:avLst/>
          </a:prstGeom>
          <a:noFill/>
        </p:spPr>
        <p:txBody>
          <a:bodyPr wrap="square" rtlCol="0">
            <a:spAutoFit/>
          </a:bodyPr>
          <a:lstStyle/>
          <a:p>
            <a:pPr marL="285750" lvl="2" indent="-285750" defTabSz="685800">
              <a:spcAft>
                <a:spcPts val="600"/>
              </a:spcAft>
              <a:buClr>
                <a:srgbClr val="BE830E"/>
              </a:buClr>
              <a:buFont typeface="Wingdings" panose="05000000000000000000" pitchFamily="2" charset="2"/>
              <a:buChar char="Ø"/>
              <a:defRPr/>
            </a:pPr>
            <a:r>
              <a:rPr lang="en-US" sz="1400" dirty="0">
                <a:solidFill>
                  <a:prstClr val="black"/>
                </a:solidFill>
                <a:latin typeface="Public Sans Light"/>
              </a:rPr>
              <a:t> Comparison of LLM-based architectures.</a:t>
            </a:r>
            <a:endParaRPr kumimoji="0" lang="en-US" sz="1400" b="0" i="0" u="none" strike="noStrike" kern="1200" cap="none" spc="0" normalizeH="0" baseline="0" noProof="0" dirty="0">
              <a:ln>
                <a:noFill/>
              </a:ln>
              <a:solidFill>
                <a:prstClr val="black"/>
              </a:solidFill>
              <a:effectLst/>
              <a:uLnTx/>
              <a:uFillTx/>
              <a:latin typeface="Public Sans Light"/>
              <a:ea typeface="+mn-ea"/>
              <a:cs typeface="+mn-cs"/>
            </a:endParaRPr>
          </a:p>
        </p:txBody>
      </p:sp>
      <p:sp>
        <p:nvSpPr>
          <p:cNvPr id="19" name="TextBox 18">
            <a:extLst>
              <a:ext uri="{FF2B5EF4-FFF2-40B4-BE49-F238E27FC236}">
                <a16:creationId xmlns:a16="http://schemas.microsoft.com/office/drawing/2014/main" id="{617B1C3E-B6C9-8D37-1291-F88A75556307}"/>
              </a:ext>
            </a:extLst>
          </p:cNvPr>
          <p:cNvSpPr txBox="1"/>
          <p:nvPr/>
        </p:nvSpPr>
        <p:spPr>
          <a:xfrm>
            <a:off x="4489683" y="2383133"/>
            <a:ext cx="2683357" cy="307777"/>
          </a:xfrm>
          <a:prstGeom prst="rect">
            <a:avLst/>
          </a:prstGeom>
          <a:noFill/>
        </p:spPr>
        <p:txBody>
          <a:bodyPr wrap="square" rtlCol="0">
            <a:spAutoFit/>
          </a:bodyPr>
          <a:lstStyle/>
          <a:p>
            <a:pPr marL="285750" lvl="2" indent="-285750" defTabSz="685800">
              <a:spcAft>
                <a:spcPts val="600"/>
              </a:spcAft>
              <a:buClr>
                <a:srgbClr val="BE830E"/>
              </a:buClr>
              <a:buFont typeface="Wingdings" panose="05000000000000000000" pitchFamily="2" charset="2"/>
              <a:buChar char="Ø"/>
              <a:defRPr/>
            </a:pPr>
            <a:r>
              <a:rPr lang="en-US" sz="1400" dirty="0">
                <a:solidFill>
                  <a:prstClr val="black"/>
                </a:solidFill>
                <a:latin typeface="Public Sans Light"/>
              </a:rPr>
              <a:t>Comparison of different LLMs.</a:t>
            </a:r>
            <a:endParaRPr kumimoji="0" lang="en-US" sz="1400" b="0" i="0" u="none" strike="noStrike" kern="1200" cap="none" spc="0" normalizeH="0" baseline="0" noProof="0" dirty="0">
              <a:ln>
                <a:noFill/>
              </a:ln>
              <a:solidFill>
                <a:prstClr val="black"/>
              </a:solidFill>
              <a:effectLst/>
              <a:uLnTx/>
              <a:uFillTx/>
              <a:latin typeface="Public Sans Light"/>
              <a:ea typeface="+mn-ea"/>
              <a:cs typeface="+mn-cs"/>
            </a:endParaRPr>
          </a:p>
        </p:txBody>
      </p:sp>
      <p:sp>
        <p:nvSpPr>
          <p:cNvPr id="20" name="TextBox 19">
            <a:extLst>
              <a:ext uri="{FF2B5EF4-FFF2-40B4-BE49-F238E27FC236}">
                <a16:creationId xmlns:a16="http://schemas.microsoft.com/office/drawing/2014/main" id="{5FFD7156-5F41-E10E-0C2A-35D801A1483B}"/>
              </a:ext>
            </a:extLst>
          </p:cNvPr>
          <p:cNvSpPr txBox="1"/>
          <p:nvPr/>
        </p:nvSpPr>
        <p:spPr>
          <a:xfrm>
            <a:off x="222986" y="4388900"/>
            <a:ext cx="3985420" cy="307777"/>
          </a:xfrm>
          <a:prstGeom prst="rect">
            <a:avLst/>
          </a:prstGeom>
          <a:noFill/>
        </p:spPr>
        <p:txBody>
          <a:bodyPr wrap="square" rtlCol="0">
            <a:spAutoFit/>
          </a:bodyPr>
          <a:lstStyle/>
          <a:p>
            <a:pPr marL="285750" lvl="2" indent="-285750" defTabSz="685800">
              <a:spcAft>
                <a:spcPts val="600"/>
              </a:spcAft>
              <a:buClr>
                <a:srgbClr val="BE830E"/>
              </a:buClr>
              <a:buFont typeface="Wingdings" panose="05000000000000000000" pitchFamily="2" charset="2"/>
              <a:buChar char="Ø"/>
              <a:defRPr/>
            </a:pPr>
            <a:r>
              <a:rPr lang="en-US" sz="1400" dirty="0">
                <a:solidFill>
                  <a:prstClr val="black"/>
                </a:solidFill>
                <a:latin typeface="Public Sans Light"/>
              </a:rPr>
              <a:t>Comparison of without/with matching validator.</a:t>
            </a:r>
            <a:endParaRPr kumimoji="0" lang="en-US" sz="1400" b="0" i="0" u="none" strike="noStrike" kern="1200" cap="none" spc="0" normalizeH="0" baseline="0" noProof="0" dirty="0">
              <a:ln>
                <a:noFill/>
              </a:ln>
              <a:solidFill>
                <a:prstClr val="black"/>
              </a:solidFill>
              <a:effectLst/>
              <a:uLnTx/>
              <a:uFillTx/>
              <a:latin typeface="Public Sans Light"/>
              <a:ea typeface="+mn-ea"/>
              <a:cs typeface="+mn-cs"/>
            </a:endParaRPr>
          </a:p>
        </p:txBody>
      </p:sp>
      <p:sp>
        <p:nvSpPr>
          <p:cNvPr id="30" name="TextBox 29">
            <a:extLst>
              <a:ext uri="{FF2B5EF4-FFF2-40B4-BE49-F238E27FC236}">
                <a16:creationId xmlns:a16="http://schemas.microsoft.com/office/drawing/2014/main" id="{2820BEC1-CC72-9300-E1C9-EBA6E1235DB6}"/>
              </a:ext>
            </a:extLst>
          </p:cNvPr>
          <p:cNvSpPr txBox="1"/>
          <p:nvPr/>
        </p:nvSpPr>
        <p:spPr>
          <a:xfrm>
            <a:off x="4489683" y="4399050"/>
            <a:ext cx="3985420" cy="307777"/>
          </a:xfrm>
          <a:prstGeom prst="rect">
            <a:avLst/>
          </a:prstGeom>
          <a:noFill/>
        </p:spPr>
        <p:txBody>
          <a:bodyPr wrap="square" rtlCol="0">
            <a:spAutoFit/>
          </a:bodyPr>
          <a:lstStyle/>
          <a:p>
            <a:pPr marL="285750" lvl="2" indent="-285750" defTabSz="685800">
              <a:spcAft>
                <a:spcPts val="600"/>
              </a:spcAft>
              <a:buClr>
                <a:srgbClr val="BE830E"/>
              </a:buClr>
              <a:buFont typeface="Wingdings" panose="05000000000000000000" pitchFamily="2" charset="2"/>
              <a:buChar char="Ø"/>
              <a:defRPr/>
            </a:pPr>
            <a:r>
              <a:rPr lang="en-US" sz="1400" dirty="0">
                <a:solidFill>
                  <a:prstClr val="black"/>
                </a:solidFill>
                <a:latin typeface="Public Sans Light"/>
              </a:rPr>
              <a:t>Comparison of 𝑂</a:t>
            </a:r>
            <a:r>
              <a:rPr lang="en-US" sz="1200" dirty="0">
                <a:solidFill>
                  <a:prstClr val="black"/>
                </a:solidFill>
                <a:latin typeface="Public Sans Light"/>
              </a:rPr>
              <a:t>𝑠</a:t>
            </a:r>
            <a:r>
              <a:rPr lang="en-US" sz="1400" dirty="0">
                <a:solidFill>
                  <a:prstClr val="black"/>
                </a:solidFill>
                <a:latin typeface="Public Sans Light"/>
              </a:rPr>
              <a:t> ⇒ 𝑂</a:t>
            </a:r>
            <a:r>
              <a:rPr lang="en-US" sz="1200" dirty="0">
                <a:solidFill>
                  <a:prstClr val="black"/>
                </a:solidFill>
                <a:latin typeface="Public Sans Light"/>
              </a:rPr>
              <a:t>𝑡</a:t>
            </a:r>
            <a:r>
              <a:rPr lang="en-US" sz="1400" dirty="0">
                <a:solidFill>
                  <a:prstClr val="black"/>
                </a:solidFill>
                <a:latin typeface="Public Sans Light"/>
              </a:rPr>
              <a:t>, 𝑂</a:t>
            </a:r>
            <a:r>
              <a:rPr lang="en-US" sz="1200" dirty="0">
                <a:solidFill>
                  <a:prstClr val="black"/>
                </a:solidFill>
                <a:latin typeface="Public Sans Light"/>
              </a:rPr>
              <a:t>𝑡</a:t>
            </a:r>
            <a:r>
              <a:rPr lang="en-US" sz="1400" dirty="0">
                <a:solidFill>
                  <a:prstClr val="black"/>
                </a:solidFill>
                <a:latin typeface="Public Sans Light"/>
              </a:rPr>
              <a:t> ⇐ 𝑂</a:t>
            </a:r>
            <a:r>
              <a:rPr lang="en-US" sz="1200" dirty="0">
                <a:solidFill>
                  <a:prstClr val="black"/>
                </a:solidFill>
                <a:latin typeface="Public Sans Light"/>
              </a:rPr>
              <a:t>𝑠</a:t>
            </a:r>
            <a:r>
              <a:rPr lang="en-US" sz="1400" dirty="0">
                <a:solidFill>
                  <a:prstClr val="black"/>
                </a:solidFill>
                <a:latin typeface="Public Sans Light"/>
              </a:rPr>
              <a:t> , and 𝑂</a:t>
            </a:r>
            <a:r>
              <a:rPr lang="en-US" sz="1200" dirty="0">
                <a:solidFill>
                  <a:prstClr val="black"/>
                </a:solidFill>
                <a:latin typeface="Public Sans Light"/>
              </a:rPr>
              <a:t>𝑠</a:t>
            </a:r>
            <a:r>
              <a:rPr lang="en-US" sz="1400" dirty="0">
                <a:solidFill>
                  <a:prstClr val="black"/>
                </a:solidFill>
                <a:latin typeface="Public Sans Light"/>
              </a:rPr>
              <a:t> ⇔ 𝑂</a:t>
            </a:r>
            <a:r>
              <a:rPr lang="en-US" sz="1200" dirty="0">
                <a:solidFill>
                  <a:prstClr val="black"/>
                </a:solidFill>
                <a:latin typeface="Public Sans Light"/>
              </a:rPr>
              <a:t>t.</a:t>
            </a:r>
            <a:endParaRPr kumimoji="0" lang="en-US" sz="1400" b="0" i="0" u="none" strike="noStrike" kern="1200" cap="none" spc="0" normalizeH="0" baseline="0" noProof="0" dirty="0">
              <a:ln>
                <a:noFill/>
              </a:ln>
              <a:solidFill>
                <a:prstClr val="black"/>
              </a:solidFill>
              <a:effectLst/>
              <a:uLnTx/>
              <a:uFillTx/>
              <a:latin typeface="Public Sans Light"/>
              <a:ea typeface="+mn-ea"/>
              <a:cs typeface="+mn-cs"/>
            </a:endParaRPr>
          </a:p>
        </p:txBody>
      </p:sp>
      <p:pic>
        <p:nvPicPr>
          <p:cNvPr id="3" name="Picture 2" descr="A graph of different colored lines and numbers&#10;&#10;Description automatically generated with medium confidence">
            <a:extLst>
              <a:ext uri="{FF2B5EF4-FFF2-40B4-BE49-F238E27FC236}">
                <a16:creationId xmlns:a16="http://schemas.microsoft.com/office/drawing/2014/main" id="{61B39E92-E301-A390-125A-E5A75DD8E0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4200" y="772151"/>
            <a:ext cx="2630655" cy="1499757"/>
          </a:xfrm>
          <a:prstGeom prst="rect">
            <a:avLst/>
          </a:prstGeom>
        </p:spPr>
      </p:pic>
      <p:pic>
        <p:nvPicPr>
          <p:cNvPr id="9" name="Picture 8" descr="A diagram of different colored circles and lines&#10;&#10;Description automatically generated with medium confidence">
            <a:extLst>
              <a:ext uri="{FF2B5EF4-FFF2-40B4-BE49-F238E27FC236}">
                <a16:creationId xmlns:a16="http://schemas.microsoft.com/office/drawing/2014/main" id="{55D67FEB-E59E-8463-231E-D72C03EF4D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89683" y="820297"/>
            <a:ext cx="3131756" cy="1451611"/>
          </a:xfrm>
          <a:prstGeom prst="rect">
            <a:avLst/>
          </a:prstGeom>
        </p:spPr>
      </p:pic>
      <p:pic>
        <p:nvPicPr>
          <p:cNvPr id="14" name="Picture 13" descr="A graph with blue and orange dots&#10;&#10;Description automatically generated">
            <a:extLst>
              <a:ext uri="{FF2B5EF4-FFF2-40B4-BE49-F238E27FC236}">
                <a16:creationId xmlns:a16="http://schemas.microsoft.com/office/drawing/2014/main" id="{27B771A4-C911-6F50-1996-058BD8E814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6" y="2713055"/>
            <a:ext cx="1381143" cy="1674284"/>
          </a:xfrm>
          <a:prstGeom prst="rect">
            <a:avLst/>
          </a:prstGeom>
        </p:spPr>
      </p:pic>
      <p:pic>
        <p:nvPicPr>
          <p:cNvPr id="18" name="Picture 17" descr="A graph with blue and orange dots&#10;&#10;Description automatically generated">
            <a:extLst>
              <a:ext uri="{FF2B5EF4-FFF2-40B4-BE49-F238E27FC236}">
                <a16:creationId xmlns:a16="http://schemas.microsoft.com/office/drawing/2014/main" id="{903037ED-F858-A8D8-3605-C1E6293458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25822" y="2731342"/>
            <a:ext cx="1440366" cy="1675322"/>
          </a:xfrm>
          <a:prstGeom prst="rect">
            <a:avLst/>
          </a:prstGeom>
        </p:spPr>
      </p:pic>
      <p:pic>
        <p:nvPicPr>
          <p:cNvPr id="24" name="Picture 23" descr="A graph with blue and orange dots&#10;&#10;Description automatically generated">
            <a:extLst>
              <a:ext uri="{FF2B5EF4-FFF2-40B4-BE49-F238E27FC236}">
                <a16:creationId xmlns:a16="http://schemas.microsoft.com/office/drawing/2014/main" id="{4A46AFF8-FB74-D708-70F6-51FED5398D3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66188" y="2750849"/>
            <a:ext cx="1355325" cy="1642986"/>
          </a:xfrm>
          <a:prstGeom prst="rect">
            <a:avLst/>
          </a:prstGeom>
        </p:spPr>
      </p:pic>
      <p:pic>
        <p:nvPicPr>
          <p:cNvPr id="28" name="Picture 27" descr="A graph with different colored dots&#10;&#10;Description automatically generated">
            <a:extLst>
              <a:ext uri="{FF2B5EF4-FFF2-40B4-BE49-F238E27FC236}">
                <a16:creationId xmlns:a16="http://schemas.microsoft.com/office/drawing/2014/main" id="{9A5AB67D-E5B1-5784-69E6-AF54D414D38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25032" y="2748791"/>
            <a:ext cx="1358458" cy="1657873"/>
          </a:xfrm>
          <a:prstGeom prst="rect">
            <a:avLst/>
          </a:prstGeom>
        </p:spPr>
      </p:pic>
      <p:pic>
        <p:nvPicPr>
          <p:cNvPr id="34" name="Picture 33" descr="A graph with different colored dots&#10;&#10;Description automatically generated">
            <a:extLst>
              <a:ext uri="{FF2B5EF4-FFF2-40B4-BE49-F238E27FC236}">
                <a16:creationId xmlns:a16="http://schemas.microsoft.com/office/drawing/2014/main" id="{1B6DA094-B7F1-9674-CFF3-26DE513C4AA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967100" y="2749166"/>
            <a:ext cx="1355325" cy="1654050"/>
          </a:xfrm>
          <a:prstGeom prst="rect">
            <a:avLst/>
          </a:prstGeom>
        </p:spPr>
      </p:pic>
      <p:pic>
        <p:nvPicPr>
          <p:cNvPr id="36" name="Picture 35" descr="A graph with different colored dots&#10;&#10;Description automatically generated">
            <a:extLst>
              <a:ext uri="{FF2B5EF4-FFF2-40B4-BE49-F238E27FC236}">
                <a16:creationId xmlns:a16="http://schemas.microsoft.com/office/drawing/2014/main" id="{DCC76961-CC4B-706B-F38E-C37EBE16EDA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481724" y="2734851"/>
            <a:ext cx="1355325" cy="1654049"/>
          </a:xfrm>
          <a:prstGeom prst="rect">
            <a:avLst/>
          </a:prstGeom>
        </p:spPr>
      </p:pic>
    </p:spTree>
    <p:extLst>
      <p:ext uri="{BB962C8B-B14F-4D97-AF65-F5344CB8AC3E}">
        <p14:creationId xmlns:p14="http://schemas.microsoft.com/office/powerpoint/2010/main" val="15112934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011F82E-DB1F-4ECC-B637-B7774EFBDA8D}"/>
              </a:ext>
            </a:extLst>
          </p:cNvPr>
          <p:cNvSpPr>
            <a:spLocks noGrp="1"/>
          </p:cNvSpPr>
          <p:nvPr>
            <p:ph type="ftr" sz="quarter" idx="11"/>
          </p:nvPr>
        </p:nvSpPr>
        <p:spPr>
          <a:xfrm>
            <a:off x="844200" y="4914000"/>
            <a:ext cx="4320000" cy="108000"/>
          </a:xfrm>
        </p:spPr>
        <p:txBody>
          <a:bodyPr/>
          <a:lstStyle/>
          <a:p>
            <a:r>
              <a:rPr lang="en-US" dirty="0"/>
              <a:t>ANU SCHOOL OF COMPUTING  |   Agent-OM: Leveraging LLM Agents for Ontology Matching</a:t>
            </a:r>
          </a:p>
          <a:p>
            <a:endParaRPr lang="en-AU" dirty="0"/>
          </a:p>
        </p:txBody>
      </p:sp>
      <p:sp>
        <p:nvSpPr>
          <p:cNvPr id="5" name="Slide Number Placeholder 4">
            <a:extLst>
              <a:ext uri="{FF2B5EF4-FFF2-40B4-BE49-F238E27FC236}">
                <a16:creationId xmlns:a16="http://schemas.microsoft.com/office/drawing/2014/main" id="{B9AA64DA-1709-49F5-8FEC-EB4B418BA4AD}"/>
              </a:ext>
            </a:extLst>
          </p:cNvPr>
          <p:cNvSpPr>
            <a:spLocks noGrp="1"/>
          </p:cNvSpPr>
          <p:nvPr>
            <p:ph type="sldNum" sz="quarter" idx="12"/>
          </p:nvPr>
        </p:nvSpPr>
        <p:spPr>
          <a:xfrm>
            <a:off x="324000" y="4914000"/>
            <a:ext cx="360000" cy="108000"/>
          </a:xfrm>
        </p:spPr>
        <p:txBody>
          <a:bodyPr/>
          <a:lstStyle/>
          <a:p>
            <a:fld id="{10A01DC5-1685-4615-8240-15192985C6A2}" type="slidenum">
              <a:rPr lang="en-AU" smtClean="0"/>
              <a:pPr/>
              <a:t>12</a:t>
            </a:fld>
            <a:endParaRPr lang="en-AU"/>
          </a:p>
        </p:txBody>
      </p:sp>
      <p:sp>
        <p:nvSpPr>
          <p:cNvPr id="9" name="TextBox 8">
            <a:extLst>
              <a:ext uri="{FF2B5EF4-FFF2-40B4-BE49-F238E27FC236}">
                <a16:creationId xmlns:a16="http://schemas.microsoft.com/office/drawing/2014/main" id="{C251C958-9FE2-179A-0761-4EEE14C4DE08}"/>
              </a:ext>
            </a:extLst>
          </p:cNvPr>
          <p:cNvSpPr txBox="1"/>
          <p:nvPr/>
        </p:nvSpPr>
        <p:spPr>
          <a:xfrm>
            <a:off x="273987" y="957854"/>
            <a:ext cx="8351371" cy="1246495"/>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AU" dirty="0">
                <a:solidFill>
                  <a:srgbClr val="BE830E"/>
                </a:solidFill>
                <a:latin typeface="Public Sans"/>
              </a:rPr>
              <a:t>Findings</a:t>
            </a:r>
            <a:r>
              <a:rPr kumimoji="0" lang="en-AU" b="0" i="0" u="none" strike="noStrike" kern="1200" cap="none" spc="0" normalizeH="0" baseline="0" noProof="0" dirty="0">
                <a:ln>
                  <a:noFill/>
                </a:ln>
                <a:solidFill>
                  <a:srgbClr val="BE830E"/>
                </a:solidFill>
                <a:effectLst/>
                <a:uLnTx/>
                <a:uFillTx/>
                <a:latin typeface="Public Sans"/>
                <a:ea typeface="+mn-ea"/>
                <a:cs typeface="+mn-cs"/>
              </a:rPr>
              <a:t>:</a:t>
            </a:r>
          </a:p>
          <a:p>
            <a:pPr marL="285750" lvl="2" indent="-285750" defTabSz="685800">
              <a:spcAft>
                <a:spcPts val="600"/>
              </a:spcAft>
              <a:buClr>
                <a:srgbClr val="BE830E"/>
              </a:buClr>
              <a:buFont typeface="Wingdings" panose="05000000000000000000" pitchFamily="2" charset="2"/>
              <a:buChar char="Ø"/>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Agent-based OM is more efficient than LLM-based OM.</a:t>
            </a:r>
          </a:p>
          <a:p>
            <a:pPr marL="285750" lvl="2" indent="-285750" defTabSz="685800">
              <a:spcAft>
                <a:spcPts val="600"/>
              </a:spcAft>
              <a:buClr>
                <a:srgbClr val="BE830E"/>
              </a:buClr>
              <a:buFont typeface="Wingdings" panose="05000000000000000000" pitchFamily="2" charset="2"/>
              <a:buChar char="Ø"/>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Agent-based OM is more effective than LLM-based OM.</a:t>
            </a:r>
          </a:p>
          <a:p>
            <a:pPr marL="285750" lvl="2" indent="-285750" defTabSz="685800">
              <a:spcAft>
                <a:spcPts val="600"/>
              </a:spcAft>
              <a:buClr>
                <a:srgbClr val="BE830E"/>
              </a:buClr>
              <a:buFont typeface="Wingdings" panose="05000000000000000000" pitchFamily="2" charset="2"/>
              <a:buChar char="Ø"/>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Advantages: Context Learning, Transitive Reasoning, Self Correction.</a:t>
            </a:r>
          </a:p>
        </p:txBody>
      </p:sp>
      <p:sp>
        <p:nvSpPr>
          <p:cNvPr id="6" name="TextBox 5">
            <a:extLst>
              <a:ext uri="{FF2B5EF4-FFF2-40B4-BE49-F238E27FC236}">
                <a16:creationId xmlns:a16="http://schemas.microsoft.com/office/drawing/2014/main" id="{5FC4137A-2EF6-0D20-6D55-1345157C21A3}"/>
              </a:ext>
            </a:extLst>
          </p:cNvPr>
          <p:cNvSpPr txBox="1"/>
          <p:nvPr/>
        </p:nvSpPr>
        <p:spPr>
          <a:xfrm>
            <a:off x="263986" y="2373795"/>
            <a:ext cx="8351371" cy="1831271"/>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b="0" i="0" u="none" strike="noStrike" kern="1200" cap="none" spc="0" normalizeH="0" baseline="0" noProof="0" dirty="0">
                <a:ln>
                  <a:noFill/>
                </a:ln>
                <a:solidFill>
                  <a:srgbClr val="BE830E"/>
                </a:solidFill>
                <a:effectLst/>
                <a:uLnTx/>
                <a:uFillTx/>
                <a:latin typeface="Public Sans"/>
                <a:ea typeface="+mn-ea"/>
                <a:cs typeface="+mn-cs"/>
              </a:rPr>
              <a:t>Implications</a:t>
            </a:r>
            <a:r>
              <a:rPr kumimoji="0" lang="en-AU" b="0" i="0" u="none" strike="noStrike" kern="1200" cap="none" spc="0" normalizeH="0" baseline="0" noProof="0" dirty="0">
                <a:ln>
                  <a:noFill/>
                </a:ln>
                <a:solidFill>
                  <a:srgbClr val="BE830E"/>
                </a:solidFill>
                <a:effectLst/>
                <a:uLnTx/>
                <a:uFillTx/>
                <a:latin typeface="Public Sans"/>
                <a:ea typeface="+mn-ea"/>
                <a:cs typeface="+mn-cs"/>
              </a:rPr>
              <a:t>:</a:t>
            </a: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lang="en-US" sz="1400" dirty="0">
                <a:solidFill>
                  <a:prstClr val="black"/>
                </a:solidFill>
                <a:latin typeface="Public Sans Light"/>
              </a:rPr>
              <a:t>A matching process could be more complex.</a:t>
            </a: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lang="en-US" sz="1400" dirty="0">
                <a:solidFill>
                  <a:prstClr val="black"/>
                </a:solidFill>
                <a:latin typeface="Public Sans Light"/>
              </a:rPr>
              <a:t>Prompt engineering is the key to instructing efficient LLM agents.</a:t>
            </a: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LLM hallucinations can be mitigated, but cannot be eliminated. </a:t>
            </a: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There is a trade-off between precision and recall.</a:t>
            </a:r>
          </a:p>
          <a:p>
            <a:pPr marL="285750" marR="0" lvl="2" indent="-285750" algn="l" defTabSz="685800" rtl="0" eaLnBrk="1" fontAlgn="auto" latinLnBrk="0" hangingPunct="1">
              <a:lnSpc>
                <a:spcPct val="100000"/>
              </a:lnSpc>
              <a:spcBef>
                <a:spcPts val="0"/>
              </a:spcBef>
              <a:spcAft>
                <a:spcPts val="600"/>
              </a:spcAft>
              <a:buClr>
                <a:srgbClr val="BE830E"/>
              </a:buClr>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Moravec’s paradox: “hard problems are easy and the easy problems are hard.”</a:t>
            </a:r>
          </a:p>
        </p:txBody>
      </p:sp>
      <p:sp>
        <p:nvSpPr>
          <p:cNvPr id="7" name="Text Placeholder 10">
            <a:extLst>
              <a:ext uri="{FF2B5EF4-FFF2-40B4-BE49-F238E27FC236}">
                <a16:creationId xmlns:a16="http://schemas.microsoft.com/office/drawing/2014/main" id="{316ECF7F-A14C-52BC-8EE5-66509F7F4EC9}"/>
              </a:ext>
            </a:extLst>
          </p:cNvPr>
          <p:cNvSpPr txBox="1">
            <a:spLocks/>
          </p:cNvSpPr>
          <p:nvPr/>
        </p:nvSpPr>
        <p:spPr>
          <a:xfrm>
            <a:off x="293991" y="280320"/>
            <a:ext cx="8331367" cy="508088"/>
          </a:xfrm>
          <a:prstGeom prst="rect">
            <a:avLst/>
          </a:prstGeom>
        </p:spPr>
        <p:txBody>
          <a:bodyPr vert="horz" lIns="0" tIns="0" rIns="0" bIns="0" rtlCol="0">
            <a:normAutofit/>
          </a:bodyPr>
          <a:lstStyle>
            <a:lvl1pPr marL="0" indent="0" algn="l" defTabSz="685800" rtl="0" eaLnBrk="1" latinLnBrk="0" hangingPunct="1">
              <a:lnSpc>
                <a:spcPct val="80000"/>
              </a:lnSpc>
              <a:spcBef>
                <a:spcPts val="0"/>
              </a:spcBef>
              <a:spcAft>
                <a:spcPts val="1800"/>
              </a:spcAft>
              <a:buFont typeface="Arial" panose="020B0604020202020204" pitchFamily="34" charset="0"/>
              <a:buNone/>
              <a:defRPr sz="3600" b="0" kern="1200">
                <a:solidFill>
                  <a:schemeClr val="accent1"/>
                </a:solidFill>
                <a:latin typeface="+mj-lt"/>
                <a:ea typeface="+mn-ea"/>
                <a:cs typeface="+mn-cs"/>
              </a:defRPr>
            </a:lvl1pPr>
            <a:lvl2pPr marL="0" indent="0" algn="l" defTabSz="685800" rtl="0" eaLnBrk="1" latinLnBrk="0" hangingPunct="1">
              <a:lnSpc>
                <a:spcPct val="100000"/>
              </a:lnSpc>
              <a:spcBef>
                <a:spcPts val="0"/>
              </a:spcBef>
              <a:spcAft>
                <a:spcPts val="600"/>
              </a:spcAft>
              <a:buFont typeface="Arial" panose="020B0604020202020204" pitchFamily="34" charset="0"/>
              <a:buNone/>
              <a:defRPr sz="1800" kern="1200">
                <a:solidFill>
                  <a:schemeClr val="accent1"/>
                </a:solidFill>
                <a:latin typeface="+mn-lt"/>
                <a:ea typeface="+mn-ea"/>
                <a:cs typeface="+mn-cs"/>
              </a:defRPr>
            </a:lvl2pPr>
            <a:lvl3pPr marL="180000" indent="-180000" algn="l" defTabSz="685800" rtl="0" eaLnBrk="1" latinLnBrk="0" hangingPunct="1">
              <a:lnSpc>
                <a:spcPct val="100000"/>
              </a:lnSpc>
              <a:spcBef>
                <a:spcPts val="0"/>
              </a:spcBef>
              <a:spcAft>
                <a:spcPts val="600"/>
              </a:spcAft>
              <a:buClr>
                <a:schemeClr val="accent1"/>
              </a:buClr>
              <a:buFont typeface="Arial" panose="020B0604020202020204" pitchFamily="34" charset="0"/>
              <a:buChar char="•"/>
              <a:defRPr sz="3600" kern="1200">
                <a:solidFill>
                  <a:schemeClr val="tx1"/>
                </a:solidFill>
                <a:latin typeface="+mn-lt"/>
                <a:ea typeface="+mn-ea"/>
                <a:cs typeface="+mn-cs"/>
              </a:defRPr>
            </a:lvl3pPr>
            <a:lvl4pPr marL="360000" indent="-180000" algn="l" defTabSz="685800" rtl="0" eaLnBrk="1" latinLnBrk="0" hangingPunct="1">
              <a:lnSpc>
                <a:spcPct val="100000"/>
              </a:lnSpc>
              <a:spcBef>
                <a:spcPts val="0"/>
              </a:spcBef>
              <a:spcAft>
                <a:spcPts val="600"/>
              </a:spcAft>
              <a:buClr>
                <a:schemeClr val="accent1"/>
              </a:buClr>
              <a:buFont typeface="Times New Roman" panose="02020603050405020304" pitchFamily="18" charset="0"/>
              <a:buChar char="–"/>
              <a:defRPr sz="3600" kern="1200">
                <a:solidFill>
                  <a:schemeClr val="tx1"/>
                </a:solidFill>
                <a:latin typeface="+mn-lt"/>
                <a:ea typeface="+mn-ea"/>
                <a:cs typeface="+mn-cs"/>
              </a:defRPr>
            </a:lvl4pPr>
            <a:lvl5pPr marL="540000" indent="-180000" algn="l" defTabSz="685800" rtl="0" eaLnBrk="1" latinLnBrk="0" hangingPunct="1">
              <a:lnSpc>
                <a:spcPct val="100000"/>
              </a:lnSpc>
              <a:spcBef>
                <a:spcPts val="0"/>
              </a:spcBef>
              <a:spcAft>
                <a:spcPts val="600"/>
              </a:spcAft>
              <a:buClr>
                <a:schemeClr val="accent1"/>
              </a:buClr>
              <a:buFont typeface="Sofia Pro Light" panose="020B0000000000000000" pitchFamily="34" charset="0"/>
              <a:buChar char="»"/>
              <a:defRPr sz="3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06 Discussion</a:t>
            </a:r>
          </a:p>
        </p:txBody>
      </p:sp>
    </p:spTree>
    <p:extLst>
      <p:ext uri="{BB962C8B-B14F-4D97-AF65-F5344CB8AC3E}">
        <p14:creationId xmlns:p14="http://schemas.microsoft.com/office/powerpoint/2010/main" val="2105854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011F82E-DB1F-4ECC-B637-B7774EFBDA8D}"/>
              </a:ext>
            </a:extLst>
          </p:cNvPr>
          <p:cNvSpPr>
            <a:spLocks noGrp="1"/>
          </p:cNvSpPr>
          <p:nvPr>
            <p:ph type="ftr" sz="quarter" idx="11"/>
          </p:nvPr>
        </p:nvSpPr>
        <p:spPr>
          <a:xfrm>
            <a:off x="844200" y="4914000"/>
            <a:ext cx="4320000" cy="108000"/>
          </a:xfrm>
        </p:spPr>
        <p:txBody>
          <a:bodyPr/>
          <a:lstStyle/>
          <a:p>
            <a:r>
              <a:rPr lang="en-US" dirty="0"/>
              <a:t>ANU SCHOOL OF COMPUTING  |   Agent-OM: Leveraging LLM Agents for Ontology Matching</a:t>
            </a:r>
          </a:p>
          <a:p>
            <a:endParaRPr lang="en-AU" dirty="0"/>
          </a:p>
        </p:txBody>
      </p:sp>
      <p:sp>
        <p:nvSpPr>
          <p:cNvPr id="5" name="Slide Number Placeholder 4">
            <a:extLst>
              <a:ext uri="{FF2B5EF4-FFF2-40B4-BE49-F238E27FC236}">
                <a16:creationId xmlns:a16="http://schemas.microsoft.com/office/drawing/2014/main" id="{B9AA64DA-1709-49F5-8FEC-EB4B418BA4AD}"/>
              </a:ext>
            </a:extLst>
          </p:cNvPr>
          <p:cNvSpPr>
            <a:spLocks noGrp="1"/>
          </p:cNvSpPr>
          <p:nvPr>
            <p:ph type="sldNum" sz="quarter" idx="12"/>
          </p:nvPr>
        </p:nvSpPr>
        <p:spPr>
          <a:xfrm>
            <a:off x="324000" y="4914000"/>
            <a:ext cx="360000" cy="108000"/>
          </a:xfrm>
        </p:spPr>
        <p:txBody>
          <a:bodyPr/>
          <a:lstStyle/>
          <a:p>
            <a:fld id="{10A01DC5-1685-4615-8240-15192985C6A2}" type="slidenum">
              <a:rPr lang="en-AU" smtClean="0"/>
              <a:pPr/>
              <a:t>13</a:t>
            </a:fld>
            <a:endParaRPr lang="en-AU"/>
          </a:p>
        </p:txBody>
      </p:sp>
      <p:sp>
        <p:nvSpPr>
          <p:cNvPr id="9" name="TextBox 8">
            <a:extLst>
              <a:ext uri="{FF2B5EF4-FFF2-40B4-BE49-F238E27FC236}">
                <a16:creationId xmlns:a16="http://schemas.microsoft.com/office/drawing/2014/main" id="{C251C958-9FE2-179A-0761-4EEE14C4DE08}"/>
              </a:ext>
            </a:extLst>
          </p:cNvPr>
          <p:cNvSpPr txBox="1"/>
          <p:nvPr/>
        </p:nvSpPr>
        <p:spPr>
          <a:xfrm>
            <a:off x="273987" y="957854"/>
            <a:ext cx="8351371" cy="2108269"/>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AU" dirty="0">
                <a:solidFill>
                  <a:srgbClr val="BE830E"/>
                </a:solidFill>
                <a:latin typeface="Public Sans"/>
              </a:rPr>
              <a:t>L</a:t>
            </a:r>
            <a:r>
              <a:rPr kumimoji="0" lang="en-AU" b="0" i="0" u="none" strike="noStrike" kern="1200" cap="none" spc="0" normalizeH="0" baseline="0" noProof="0" dirty="0">
                <a:ln>
                  <a:noFill/>
                </a:ln>
                <a:solidFill>
                  <a:srgbClr val="BE830E"/>
                </a:solidFill>
                <a:effectLst/>
                <a:uLnTx/>
                <a:uFillTx/>
                <a:latin typeface="Public Sans"/>
                <a:ea typeface="+mn-ea"/>
                <a:cs typeface="+mn-cs"/>
              </a:rPr>
              <a:t>imitations:</a:t>
            </a:r>
          </a:p>
          <a:p>
            <a:pPr marL="285750" lvl="2" indent="-285750" defTabSz="685800">
              <a:spcAft>
                <a:spcPts val="600"/>
              </a:spcAft>
              <a:buClr>
                <a:srgbClr val="BE830E"/>
              </a:buClr>
              <a:buFont typeface="Wingdings" panose="05000000000000000000" pitchFamily="2" charset="2"/>
              <a:buChar char="Ø"/>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We evaluate only the T-Box matching datasets that focus on matching between named classes, object properties, and data type properties. A-Box matching datasets (including individual data instances) are not considered due to privacy concerns in our targeted application domain.</a:t>
            </a:r>
          </a:p>
          <a:p>
            <a:pPr marL="285750" lvl="2" indent="-285750" defTabSz="685800">
              <a:spcAft>
                <a:spcPts val="600"/>
              </a:spcAft>
              <a:buClr>
                <a:srgbClr val="BE830E"/>
              </a:buClr>
              <a:buFont typeface="Wingdings" panose="05000000000000000000" pitchFamily="2" charset="2"/>
              <a:buChar char="Ø"/>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Due to the high cost of API calls for API-accessed commercial LLMs, experiments with the newest commercial models (e.g. gpt4-turbo, claude-3-opus, and mistral-large) are not included in this study.</a:t>
            </a:r>
          </a:p>
          <a:p>
            <a:pPr marL="285750" lvl="2" indent="-285750" defTabSz="685800">
              <a:spcAft>
                <a:spcPts val="600"/>
              </a:spcAft>
              <a:buClr>
                <a:srgbClr val="BE830E"/>
              </a:buClr>
              <a:buFont typeface="Wingdings" panose="05000000000000000000" pitchFamily="2" charset="2"/>
              <a:buChar char="Ø"/>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There may be additional resource requirements for running open-source LLMs locally. The run time for API-accessed commercial LLMs is controlled by the LLM providers.</a:t>
            </a:r>
          </a:p>
        </p:txBody>
      </p:sp>
      <p:sp>
        <p:nvSpPr>
          <p:cNvPr id="7" name="Text Placeholder 10">
            <a:extLst>
              <a:ext uri="{FF2B5EF4-FFF2-40B4-BE49-F238E27FC236}">
                <a16:creationId xmlns:a16="http://schemas.microsoft.com/office/drawing/2014/main" id="{316ECF7F-A14C-52BC-8EE5-66509F7F4EC9}"/>
              </a:ext>
            </a:extLst>
          </p:cNvPr>
          <p:cNvSpPr txBox="1">
            <a:spLocks/>
          </p:cNvSpPr>
          <p:nvPr/>
        </p:nvSpPr>
        <p:spPr>
          <a:xfrm>
            <a:off x="293991" y="295878"/>
            <a:ext cx="8331367" cy="508088"/>
          </a:xfrm>
          <a:prstGeom prst="rect">
            <a:avLst/>
          </a:prstGeom>
        </p:spPr>
        <p:txBody>
          <a:bodyPr vert="horz" lIns="0" tIns="0" rIns="0" bIns="0" rtlCol="0">
            <a:normAutofit/>
          </a:bodyPr>
          <a:lstStyle>
            <a:lvl1pPr marL="0" indent="0" algn="l" defTabSz="685800" rtl="0" eaLnBrk="1" latinLnBrk="0" hangingPunct="1">
              <a:lnSpc>
                <a:spcPct val="80000"/>
              </a:lnSpc>
              <a:spcBef>
                <a:spcPts val="0"/>
              </a:spcBef>
              <a:spcAft>
                <a:spcPts val="1800"/>
              </a:spcAft>
              <a:buFont typeface="Arial" panose="020B0604020202020204" pitchFamily="34" charset="0"/>
              <a:buNone/>
              <a:defRPr sz="3600" b="0" kern="1200">
                <a:solidFill>
                  <a:schemeClr val="accent1"/>
                </a:solidFill>
                <a:latin typeface="+mj-lt"/>
                <a:ea typeface="+mn-ea"/>
                <a:cs typeface="+mn-cs"/>
              </a:defRPr>
            </a:lvl1pPr>
            <a:lvl2pPr marL="0" indent="0" algn="l" defTabSz="685800" rtl="0" eaLnBrk="1" latinLnBrk="0" hangingPunct="1">
              <a:lnSpc>
                <a:spcPct val="100000"/>
              </a:lnSpc>
              <a:spcBef>
                <a:spcPts val="0"/>
              </a:spcBef>
              <a:spcAft>
                <a:spcPts val="600"/>
              </a:spcAft>
              <a:buFont typeface="Arial" panose="020B0604020202020204" pitchFamily="34" charset="0"/>
              <a:buNone/>
              <a:defRPr sz="1800" kern="1200">
                <a:solidFill>
                  <a:schemeClr val="accent1"/>
                </a:solidFill>
                <a:latin typeface="+mn-lt"/>
                <a:ea typeface="+mn-ea"/>
                <a:cs typeface="+mn-cs"/>
              </a:defRPr>
            </a:lvl2pPr>
            <a:lvl3pPr marL="180000" indent="-180000" algn="l" defTabSz="685800" rtl="0" eaLnBrk="1" latinLnBrk="0" hangingPunct="1">
              <a:lnSpc>
                <a:spcPct val="100000"/>
              </a:lnSpc>
              <a:spcBef>
                <a:spcPts val="0"/>
              </a:spcBef>
              <a:spcAft>
                <a:spcPts val="600"/>
              </a:spcAft>
              <a:buClr>
                <a:schemeClr val="accent1"/>
              </a:buClr>
              <a:buFont typeface="Arial" panose="020B0604020202020204" pitchFamily="34" charset="0"/>
              <a:buChar char="•"/>
              <a:defRPr sz="3600" kern="1200">
                <a:solidFill>
                  <a:schemeClr val="tx1"/>
                </a:solidFill>
                <a:latin typeface="+mn-lt"/>
                <a:ea typeface="+mn-ea"/>
                <a:cs typeface="+mn-cs"/>
              </a:defRPr>
            </a:lvl3pPr>
            <a:lvl4pPr marL="360000" indent="-180000" algn="l" defTabSz="685800" rtl="0" eaLnBrk="1" latinLnBrk="0" hangingPunct="1">
              <a:lnSpc>
                <a:spcPct val="100000"/>
              </a:lnSpc>
              <a:spcBef>
                <a:spcPts val="0"/>
              </a:spcBef>
              <a:spcAft>
                <a:spcPts val="600"/>
              </a:spcAft>
              <a:buClr>
                <a:schemeClr val="accent1"/>
              </a:buClr>
              <a:buFont typeface="Times New Roman" panose="02020603050405020304" pitchFamily="18" charset="0"/>
              <a:buChar char="–"/>
              <a:defRPr sz="3600" kern="1200">
                <a:solidFill>
                  <a:schemeClr val="tx1"/>
                </a:solidFill>
                <a:latin typeface="+mn-lt"/>
                <a:ea typeface="+mn-ea"/>
                <a:cs typeface="+mn-cs"/>
              </a:defRPr>
            </a:lvl4pPr>
            <a:lvl5pPr marL="540000" indent="-180000" algn="l" defTabSz="685800" rtl="0" eaLnBrk="1" latinLnBrk="0" hangingPunct="1">
              <a:lnSpc>
                <a:spcPct val="100000"/>
              </a:lnSpc>
              <a:spcBef>
                <a:spcPts val="0"/>
              </a:spcBef>
              <a:spcAft>
                <a:spcPts val="600"/>
              </a:spcAft>
              <a:buClr>
                <a:schemeClr val="accent1"/>
              </a:buClr>
              <a:buFont typeface="Sofia Pro Light" panose="020B0000000000000000" pitchFamily="34" charset="0"/>
              <a:buChar char="»"/>
              <a:defRPr sz="3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06 Limitations</a:t>
            </a:r>
          </a:p>
        </p:txBody>
      </p:sp>
      <p:sp>
        <p:nvSpPr>
          <p:cNvPr id="3" name="TextBox 2">
            <a:extLst>
              <a:ext uri="{FF2B5EF4-FFF2-40B4-BE49-F238E27FC236}">
                <a16:creationId xmlns:a16="http://schemas.microsoft.com/office/drawing/2014/main" id="{5D182DCE-E531-76BE-D6C9-CE448792763C}"/>
              </a:ext>
            </a:extLst>
          </p:cNvPr>
          <p:cNvSpPr txBox="1"/>
          <p:nvPr/>
        </p:nvSpPr>
        <p:spPr>
          <a:xfrm>
            <a:off x="324000" y="3093039"/>
            <a:ext cx="8351371" cy="1246495"/>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AU" dirty="0">
                <a:solidFill>
                  <a:srgbClr val="BE830E"/>
                </a:solidFill>
                <a:latin typeface="Public Sans"/>
              </a:rPr>
              <a:t>Future work</a:t>
            </a:r>
            <a:r>
              <a:rPr kumimoji="0" lang="en-AU" b="0" i="0" u="none" strike="noStrike" kern="1200" cap="none" spc="0" normalizeH="0" baseline="0" noProof="0" dirty="0">
                <a:ln>
                  <a:noFill/>
                </a:ln>
                <a:solidFill>
                  <a:srgbClr val="BE830E"/>
                </a:solidFill>
                <a:effectLst/>
                <a:uLnTx/>
                <a:uFillTx/>
                <a:latin typeface="Public Sans"/>
                <a:ea typeface="+mn-ea"/>
                <a:cs typeface="+mn-cs"/>
              </a:rPr>
              <a:t>:</a:t>
            </a:r>
          </a:p>
          <a:p>
            <a:pPr marL="285750" lvl="2" indent="-285750" defTabSz="685800">
              <a:spcAft>
                <a:spcPts val="600"/>
              </a:spcAft>
              <a:buClr>
                <a:srgbClr val="BE830E"/>
              </a:buClr>
              <a:buFont typeface="Wingdings" panose="05000000000000000000" pitchFamily="2" charset="2"/>
              <a:buChar char="Ø"/>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Multimodal </a:t>
            </a:r>
            <a:r>
              <a:rPr lang="en-US" sz="1400" dirty="0">
                <a:solidFill>
                  <a:prstClr val="black"/>
                </a:solidFill>
                <a:latin typeface="Public Sans Light"/>
              </a:rPr>
              <a:t>OM</a:t>
            </a:r>
            <a:endParaRPr kumimoji="0" lang="en-US" sz="1400" b="0" i="0" u="none" strike="noStrike" kern="1200" cap="none" spc="0" normalizeH="0" baseline="0" noProof="0" dirty="0">
              <a:ln>
                <a:noFill/>
              </a:ln>
              <a:solidFill>
                <a:prstClr val="black"/>
              </a:solidFill>
              <a:effectLst/>
              <a:uLnTx/>
              <a:uFillTx/>
              <a:latin typeface="Public Sans Light"/>
              <a:ea typeface="+mn-ea"/>
              <a:cs typeface="+mn-cs"/>
            </a:endParaRPr>
          </a:p>
          <a:p>
            <a:pPr marL="285750" lvl="2" indent="-285750" defTabSz="685800">
              <a:spcAft>
                <a:spcPts val="600"/>
              </a:spcAft>
              <a:buClr>
                <a:srgbClr val="BE830E"/>
              </a:buClr>
              <a:buFont typeface="Wingdings" panose="05000000000000000000" pitchFamily="2" charset="2"/>
              <a:buChar char="Ø"/>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Multilinguistic OM</a:t>
            </a:r>
          </a:p>
          <a:p>
            <a:pPr marL="285750" lvl="2" indent="-285750" defTabSz="685800">
              <a:spcAft>
                <a:spcPts val="600"/>
              </a:spcAft>
              <a:buClr>
                <a:srgbClr val="BE830E"/>
              </a:buClr>
              <a:buFont typeface="Wingdings" panose="05000000000000000000" pitchFamily="2" charset="2"/>
              <a:buChar char="Ø"/>
              <a:defRPr/>
            </a:pPr>
            <a:r>
              <a:rPr kumimoji="0" lang="en-US" sz="1400" b="0" i="0" u="none" strike="noStrike" kern="1200" cap="none" spc="0" normalizeH="0" baseline="0" noProof="0" dirty="0">
                <a:ln>
                  <a:noFill/>
                </a:ln>
                <a:solidFill>
                  <a:prstClr val="black"/>
                </a:solidFill>
                <a:effectLst/>
                <a:uLnTx/>
                <a:uFillTx/>
                <a:latin typeface="Public Sans Light"/>
                <a:ea typeface="+mn-ea"/>
                <a:cs typeface="+mn-cs"/>
              </a:rPr>
              <a:t>Small language model (SLM) for OM</a:t>
            </a:r>
          </a:p>
        </p:txBody>
      </p:sp>
    </p:spTree>
    <p:extLst>
      <p:ext uri="{BB962C8B-B14F-4D97-AF65-F5344CB8AC3E}">
        <p14:creationId xmlns:p14="http://schemas.microsoft.com/office/powerpoint/2010/main" val="21417140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C7F386F-A2C7-46C3-8017-01D1C5E0AD2D}"/>
              </a:ext>
            </a:extLst>
          </p:cNvPr>
          <p:cNvSpPr>
            <a:spLocks noGrp="1"/>
          </p:cNvSpPr>
          <p:nvPr>
            <p:ph type="ftr" sz="quarter" idx="11"/>
          </p:nvPr>
        </p:nvSpPr>
        <p:spPr>
          <a:xfrm>
            <a:off x="844200" y="4914000"/>
            <a:ext cx="4320000" cy="108000"/>
          </a:xfrm>
        </p:spPr>
        <p:txBody>
          <a:bodyPr/>
          <a:lstStyle/>
          <a:p>
            <a:r>
              <a:rPr lang="en-US"/>
              <a:t>ANU SCHOOL OF COMPUTING  |   Agent-OM: Leveraging LLM Agents for Ontology Matching</a:t>
            </a:r>
            <a:endParaRPr lang="en-US" dirty="0"/>
          </a:p>
        </p:txBody>
      </p:sp>
      <p:sp>
        <p:nvSpPr>
          <p:cNvPr id="5" name="Slide Number Placeholder 4">
            <a:extLst>
              <a:ext uri="{FF2B5EF4-FFF2-40B4-BE49-F238E27FC236}">
                <a16:creationId xmlns:a16="http://schemas.microsoft.com/office/drawing/2014/main" id="{2C984552-6D96-45E3-BE0B-C9F35561CAAE}"/>
              </a:ext>
            </a:extLst>
          </p:cNvPr>
          <p:cNvSpPr>
            <a:spLocks noGrp="1"/>
          </p:cNvSpPr>
          <p:nvPr>
            <p:ph type="sldNum" sz="quarter" idx="12"/>
          </p:nvPr>
        </p:nvSpPr>
        <p:spPr>
          <a:xfrm>
            <a:off x="324000" y="4914000"/>
            <a:ext cx="360000" cy="108000"/>
          </a:xfrm>
        </p:spPr>
        <p:txBody>
          <a:bodyPr/>
          <a:lstStyle/>
          <a:p>
            <a:fld id="{10A01DC5-1685-4615-8240-15192985C6A2}" type="slidenum">
              <a:rPr lang="en-AU" smtClean="0"/>
              <a:pPr/>
              <a:t>14</a:t>
            </a:fld>
            <a:endParaRPr lang="en-AU"/>
          </a:p>
        </p:txBody>
      </p:sp>
      <p:sp>
        <p:nvSpPr>
          <p:cNvPr id="2" name="Title 1">
            <a:extLst>
              <a:ext uri="{FF2B5EF4-FFF2-40B4-BE49-F238E27FC236}">
                <a16:creationId xmlns:a16="http://schemas.microsoft.com/office/drawing/2014/main" id="{B7705582-982A-6061-12F3-F5A3C57CD411}"/>
              </a:ext>
            </a:extLst>
          </p:cNvPr>
          <p:cNvSpPr txBox="1">
            <a:spLocks/>
          </p:cNvSpPr>
          <p:nvPr/>
        </p:nvSpPr>
        <p:spPr>
          <a:xfrm>
            <a:off x="0" y="-1"/>
            <a:ext cx="1323109" cy="393432"/>
          </a:xfrm>
          <a:prstGeom prst="rect">
            <a:avLst/>
          </a:prstGeom>
        </p:spPr>
        <p:txBody>
          <a:bodyPr anchor="ctr"/>
          <a:lstStyle>
            <a:lvl1pPr algn="l" defTabSz="685800" rtl="0" eaLnBrk="1" latinLnBrk="0" hangingPunct="1">
              <a:lnSpc>
                <a:spcPct val="80000"/>
              </a:lnSpc>
              <a:spcBef>
                <a:spcPct val="0"/>
              </a:spcBef>
              <a:buNone/>
              <a:defRPr sz="3600" kern="1200">
                <a:solidFill>
                  <a:schemeClr val="accent1"/>
                </a:solidFill>
                <a:latin typeface="+mj-lt"/>
                <a:ea typeface="+mj-ea"/>
                <a:cs typeface="+mj-cs"/>
              </a:defRPr>
            </a:lvl1pPr>
          </a:lstStyle>
          <a:p>
            <a:r>
              <a:rPr lang="en-US" sz="2000" dirty="0"/>
              <a:t>References</a:t>
            </a:r>
          </a:p>
        </p:txBody>
      </p:sp>
      <p:sp>
        <p:nvSpPr>
          <p:cNvPr id="3" name="Content Placeholder 2" descr="Three types of non-compliance between KG and its ontology.">
            <a:extLst>
              <a:ext uri="{FF2B5EF4-FFF2-40B4-BE49-F238E27FC236}">
                <a16:creationId xmlns:a16="http://schemas.microsoft.com/office/drawing/2014/main" id="{8C22E5DA-C508-7841-D50A-A33C81843BD2}"/>
              </a:ext>
            </a:extLst>
          </p:cNvPr>
          <p:cNvSpPr txBox="1">
            <a:spLocks/>
          </p:cNvSpPr>
          <p:nvPr/>
        </p:nvSpPr>
        <p:spPr>
          <a:xfrm>
            <a:off x="0" y="405862"/>
            <a:ext cx="9144000" cy="4415520"/>
          </a:xfrm>
          <a:prstGeom prst="rect">
            <a:avLst/>
          </a:prstGeom>
        </p:spPr>
        <p:txBody>
          <a:bodyPr>
            <a:noAutofit/>
          </a:bodyPr>
          <a:lstStyle>
            <a:lvl1pPr marL="0" indent="0" algn="l" defTabSz="685800" rtl="0" eaLnBrk="1" latinLnBrk="0" hangingPunct="1">
              <a:lnSpc>
                <a:spcPct val="100000"/>
              </a:lnSpc>
              <a:spcBef>
                <a:spcPts val="0"/>
              </a:spcBef>
              <a:spcAft>
                <a:spcPts val="600"/>
              </a:spcAft>
              <a:buFont typeface="Arial" panose="020B0604020202020204" pitchFamily="34" charset="0"/>
              <a:buNone/>
              <a:defRPr sz="1400" b="0" kern="1200">
                <a:solidFill>
                  <a:schemeClr val="accent1"/>
                </a:solidFill>
                <a:latin typeface="+mj-lt"/>
                <a:ea typeface="+mn-ea"/>
                <a:cs typeface="+mn-cs"/>
              </a:defRPr>
            </a:lvl1pPr>
            <a:lvl2pPr marL="0" indent="0" algn="l" defTabSz="685800" rtl="0" eaLnBrk="1" latinLnBrk="0" hangingPunct="1">
              <a:lnSpc>
                <a:spcPct val="100000"/>
              </a:lnSpc>
              <a:spcBef>
                <a:spcPts val="0"/>
              </a:spcBef>
              <a:spcAft>
                <a:spcPts val="600"/>
              </a:spcAft>
              <a:buFont typeface="Arial" panose="020B0604020202020204" pitchFamily="34" charset="0"/>
              <a:buNone/>
              <a:defRPr sz="1100" kern="1200">
                <a:solidFill>
                  <a:schemeClr val="tx1"/>
                </a:solidFill>
                <a:latin typeface="+mn-lt"/>
                <a:ea typeface="+mn-ea"/>
                <a:cs typeface="+mn-cs"/>
              </a:defRPr>
            </a:lvl2pPr>
            <a:lvl3pPr marL="180000" indent="-180000" algn="l" defTabSz="685800" rtl="0" eaLnBrk="1" latinLnBrk="0" hangingPunct="1">
              <a:lnSpc>
                <a:spcPct val="100000"/>
              </a:lnSpc>
              <a:spcBef>
                <a:spcPts val="0"/>
              </a:spcBef>
              <a:spcAft>
                <a:spcPts val="600"/>
              </a:spcAft>
              <a:buClr>
                <a:schemeClr val="accent1"/>
              </a:buClr>
              <a:buFont typeface="Arial" panose="020B0604020202020204" pitchFamily="34" charset="0"/>
              <a:buChar char="•"/>
              <a:defRPr sz="1100" kern="1200">
                <a:solidFill>
                  <a:schemeClr val="tx1"/>
                </a:solidFill>
                <a:latin typeface="+mn-lt"/>
                <a:ea typeface="+mn-ea"/>
                <a:cs typeface="+mn-cs"/>
              </a:defRPr>
            </a:lvl3pPr>
            <a:lvl4pPr marL="360000" indent="-180000" algn="l" defTabSz="685800" rtl="0" eaLnBrk="1" latinLnBrk="0" hangingPunct="1">
              <a:lnSpc>
                <a:spcPct val="100000"/>
              </a:lnSpc>
              <a:spcBef>
                <a:spcPts val="0"/>
              </a:spcBef>
              <a:spcAft>
                <a:spcPts val="600"/>
              </a:spcAft>
              <a:buClr>
                <a:schemeClr val="accent1"/>
              </a:buClr>
              <a:buFont typeface="Times New Roman" panose="02020603050405020304" pitchFamily="18" charset="0"/>
              <a:buChar char="–"/>
              <a:defRPr sz="1100" kern="1200">
                <a:solidFill>
                  <a:schemeClr val="tx1"/>
                </a:solidFill>
                <a:latin typeface="+mn-lt"/>
                <a:ea typeface="+mn-ea"/>
                <a:cs typeface="+mn-cs"/>
              </a:defRPr>
            </a:lvl4pPr>
            <a:lvl5pPr marL="540000" indent="-180000" algn="l" defTabSz="685800" rtl="0" eaLnBrk="1" latinLnBrk="0" hangingPunct="1">
              <a:lnSpc>
                <a:spcPct val="100000"/>
              </a:lnSpc>
              <a:spcBef>
                <a:spcPts val="0"/>
              </a:spcBef>
              <a:spcAft>
                <a:spcPts val="600"/>
              </a:spcAft>
              <a:buClr>
                <a:schemeClr val="accent1"/>
              </a:buClr>
              <a:buFont typeface="Sofia Pro Light" panose="020B0000000000000000" pitchFamily="34" charset="0"/>
              <a:buChar char="»"/>
              <a:defRPr sz="11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2" indent="0">
              <a:buNone/>
            </a:pPr>
            <a:r>
              <a:rPr lang="en-US" sz="800" dirty="0"/>
              <a:t>[1] Ernesto Jiménez-Ruiz and Bernardo Cuenca Grau. 2011. </a:t>
            </a:r>
            <a:r>
              <a:rPr lang="en-US" sz="800" dirty="0" err="1"/>
              <a:t>LogMap</a:t>
            </a:r>
            <a:r>
              <a:rPr lang="en-US" sz="800" dirty="0"/>
              <a:t>: Logic-Based and Scalable Ontology Matching. ISWC 2011. Springer, Berlin, Heidelberg, 273–288. </a:t>
            </a:r>
            <a:r>
              <a:rPr lang="en-US" sz="800" dirty="0">
                <a:hlinkClick r:id="rId2"/>
              </a:rPr>
              <a:t>https://doi.org/10.1007/978-3-642-25073-6_18</a:t>
            </a:r>
            <a:endParaRPr lang="en-US" sz="800" dirty="0"/>
          </a:p>
          <a:p>
            <a:pPr marL="0" lvl="2" indent="0">
              <a:buNone/>
            </a:pPr>
            <a:r>
              <a:rPr lang="da-DK" sz="800" dirty="0"/>
              <a:t>[2] Ernesto Jiménez-Ruiz, Bernardo Cuenca Grau, and Yujiao Zhou. 2011. LogMap 2.0: Towards Logic-Based, Scalable and Interactive Ontology Matching. In Proceedings of the 4th International Workshop on Semantic Web Applications and Tools for the Life Sciences (London, United Kingdom) (SWAT4LS ’11). Association for Computing Machinery, New York, NY, USA, 45–46. </a:t>
            </a:r>
            <a:r>
              <a:rPr lang="da-DK" sz="800" dirty="0">
                <a:hlinkClick r:id="rId3"/>
              </a:rPr>
              <a:t>https://doi.org/10.1145/2166896.2166911</a:t>
            </a:r>
            <a:endParaRPr lang="da-DK" sz="800" dirty="0"/>
          </a:p>
          <a:p>
            <a:pPr marL="0" lvl="2" indent="0">
              <a:buNone/>
            </a:pPr>
            <a:r>
              <a:rPr lang="en-AU" sz="800" dirty="0"/>
              <a:t>[3] Daniel Faria, Catia </a:t>
            </a:r>
            <a:r>
              <a:rPr lang="en-AU" sz="800" dirty="0" err="1"/>
              <a:t>Pesquita</a:t>
            </a:r>
            <a:r>
              <a:rPr lang="en-AU" sz="800" dirty="0"/>
              <a:t>, Emanuel Santos, Isabel F Cruz, and Francisco M Couto. 2014. </a:t>
            </a:r>
            <a:r>
              <a:rPr lang="en-AU" sz="800" dirty="0" err="1"/>
              <a:t>AgreementMakerLight</a:t>
            </a:r>
            <a:r>
              <a:rPr lang="en-AU" sz="800" dirty="0"/>
              <a:t> 2.0: Towards Efficient Large-Scale Ontology Matching. In ISWC (Posters &amp; Demos). Springer International Publishing, Cham, 457–460.</a:t>
            </a:r>
          </a:p>
          <a:p>
            <a:pPr marL="0" lvl="2" indent="0">
              <a:buNone/>
            </a:pPr>
            <a:r>
              <a:rPr lang="en-AU" sz="800" dirty="0"/>
              <a:t>[4] Daniel Faria, Catia </a:t>
            </a:r>
            <a:r>
              <a:rPr lang="en-AU" sz="800" dirty="0" err="1"/>
              <a:t>Pesquita</a:t>
            </a:r>
            <a:r>
              <a:rPr lang="en-AU" sz="800" dirty="0"/>
              <a:t>, Emanuel Santos, Matteo </a:t>
            </a:r>
            <a:r>
              <a:rPr lang="en-AU" sz="800" dirty="0" err="1"/>
              <a:t>Palmonari</a:t>
            </a:r>
            <a:r>
              <a:rPr lang="en-AU" sz="800" dirty="0"/>
              <a:t>, Isabel F. Cruz, and Francisco M Couto. 2013. The </a:t>
            </a:r>
            <a:r>
              <a:rPr lang="en-AU" sz="800" dirty="0" err="1"/>
              <a:t>AgreementMakerLight</a:t>
            </a:r>
            <a:r>
              <a:rPr lang="en-AU" sz="800" dirty="0"/>
              <a:t> Ontology Matching System. In On the Move to Meaningful Internet Systems: OTM 2013 Conferences. Springer, Berlin, Heidelberg, 527–541. </a:t>
            </a:r>
            <a:r>
              <a:rPr lang="en-AU" sz="800" dirty="0">
                <a:hlinkClick r:id="rId4"/>
              </a:rPr>
              <a:t>https://doi.org/10.1007/978-3-642-41030-7_38</a:t>
            </a:r>
            <a:endParaRPr lang="en-AU" sz="800" dirty="0"/>
          </a:p>
          <a:p>
            <a:pPr marL="0" lvl="2" indent="0">
              <a:buNone/>
            </a:pPr>
            <a:r>
              <a:rPr lang="en-US" sz="800" dirty="0"/>
              <a:t>[5] </a:t>
            </a:r>
            <a:r>
              <a:rPr lang="nn-NO" sz="800" dirty="0"/>
              <a:t>Guoxuan Li, Songmao Zhang, Jiayi Wei, and Wenqian Ye. 2021. Combining FCA-Map with representation learning for aligning large biomedical ontologies. In OM@ISWC. Springer, Berlin, Heidelberg, 207–208.</a:t>
            </a:r>
          </a:p>
          <a:p>
            <a:pPr marL="0" lvl="2" indent="0">
              <a:buNone/>
            </a:pPr>
            <a:r>
              <a:rPr lang="nn-NO" sz="800" dirty="0"/>
              <a:t>[6] Mengyi Zhao, Songmao Zhang, Weizhuo Li, and Guowei Chen. 2018. Matching biomedical ontologies based on formal concept analysis. Journal of biomedical semantics 9, 1 (2018), 1–27. </a:t>
            </a:r>
            <a:r>
              <a:rPr lang="nn-NO" sz="800" dirty="0">
                <a:hlinkClick r:id="rId5"/>
              </a:rPr>
              <a:t>https://doi.org/10.1186/s13326-018-0178-9</a:t>
            </a:r>
            <a:endParaRPr lang="nn-NO" sz="800" dirty="0"/>
          </a:p>
          <a:p>
            <a:pPr marL="0" lvl="2" indent="0">
              <a:buNone/>
            </a:pPr>
            <a:r>
              <a:rPr lang="nn-NO" sz="800" dirty="0"/>
              <a:t>[7] Yuan He, Jiaoyan Chen, Denvar Antonyrajah, and Ian Horrocks. 2022. BERTMap: A BERT-based Ontology Alignment System. arXiv:2112.02682 [cs.AI]</a:t>
            </a:r>
          </a:p>
          <a:p>
            <a:pPr marL="0" lvl="2" indent="0">
              <a:buNone/>
            </a:pPr>
            <a:r>
              <a:rPr lang="en-US" sz="800" dirty="0"/>
              <a:t>[8] </a:t>
            </a:r>
            <a:r>
              <a:rPr lang="en-US" sz="800" dirty="0" err="1"/>
              <a:t>Jiaoyan</a:t>
            </a:r>
            <a:r>
              <a:rPr lang="en-US" sz="800" dirty="0"/>
              <a:t> Chen, Ernesto Jiménez-Ruiz, Ian Horrocks, </a:t>
            </a:r>
            <a:r>
              <a:rPr lang="en-US" sz="800" dirty="0" err="1"/>
              <a:t>Denvar</a:t>
            </a:r>
            <a:r>
              <a:rPr lang="en-US" sz="800" dirty="0"/>
              <a:t> </a:t>
            </a:r>
            <a:r>
              <a:rPr lang="en-US" sz="800" dirty="0" err="1"/>
              <a:t>Antonyrajah</a:t>
            </a:r>
            <a:r>
              <a:rPr lang="en-US" sz="800" dirty="0"/>
              <a:t>, Ali </a:t>
            </a:r>
            <a:r>
              <a:rPr lang="en-US" sz="800" dirty="0" err="1"/>
              <a:t>Hadian</a:t>
            </a:r>
            <a:r>
              <a:rPr lang="en-US" sz="800" dirty="0"/>
              <a:t>, and </a:t>
            </a:r>
            <a:r>
              <a:rPr lang="en-US" sz="800" dirty="0" err="1"/>
              <a:t>Jaehun</a:t>
            </a:r>
            <a:r>
              <a:rPr lang="en-US" sz="800" dirty="0"/>
              <a:t> Lee. 2021. Augmenting Ontology Alignment by Semantic Embedding and Distant Supervision. In The Semantic Web. Springer International Publishing, Cham, 392–408. </a:t>
            </a:r>
            <a:r>
              <a:rPr lang="en-US" sz="800" dirty="0">
                <a:hlinkClick r:id="rId6"/>
              </a:rPr>
              <a:t>https://doi.org/10.1007/978-3-030-77385-4_23</a:t>
            </a:r>
            <a:endParaRPr lang="en-US" sz="800" dirty="0"/>
          </a:p>
          <a:p>
            <a:pPr marL="0" lvl="2" indent="0">
              <a:buNone/>
            </a:pPr>
            <a:r>
              <a:rPr lang="en-US" sz="800" dirty="0"/>
              <a:t>[9] Jonathan </a:t>
            </a:r>
            <a:r>
              <a:rPr lang="en-US" sz="800" dirty="0" err="1"/>
              <a:t>Fürst</a:t>
            </a:r>
            <a:r>
              <a:rPr lang="en-US" sz="800" dirty="0"/>
              <a:t>, Mauricio Fadel </a:t>
            </a:r>
            <a:r>
              <a:rPr lang="en-US" sz="800" dirty="0" err="1"/>
              <a:t>Argerich</a:t>
            </a:r>
            <a:r>
              <a:rPr lang="en-US" sz="800" dirty="0"/>
              <a:t>, and Bin Cheng. 2023. </a:t>
            </a:r>
            <a:r>
              <a:rPr lang="en-US" sz="800" dirty="0" err="1"/>
              <a:t>VersaMatch</a:t>
            </a:r>
            <a:r>
              <a:rPr lang="en-US" sz="800" dirty="0"/>
              <a:t>: Ontology Matching with Weak Supervision. Proc. VLDB Endow. 16, 6 (</a:t>
            </a:r>
            <a:r>
              <a:rPr lang="en-US" sz="800" dirty="0" err="1"/>
              <a:t>feb</a:t>
            </a:r>
            <a:r>
              <a:rPr lang="en-US" sz="800" dirty="0"/>
              <a:t> 2023), 1305–1318. </a:t>
            </a:r>
            <a:r>
              <a:rPr lang="en-US" sz="800" dirty="0">
                <a:hlinkClick r:id="rId7"/>
              </a:rPr>
              <a:t>https://doi.org/10.14778/3583140.3583148</a:t>
            </a:r>
            <a:endParaRPr lang="en-US" sz="800" dirty="0"/>
          </a:p>
          <a:p>
            <a:pPr marL="0" lvl="2" indent="0">
              <a:buNone/>
            </a:pPr>
            <a:r>
              <a:rPr lang="en-US" sz="800" dirty="0"/>
              <a:t>[10] Yuan He, </a:t>
            </a:r>
            <a:r>
              <a:rPr lang="en-US" sz="800" dirty="0" err="1"/>
              <a:t>Jiaoyan</a:t>
            </a:r>
            <a:r>
              <a:rPr lang="en-US" sz="800" dirty="0"/>
              <a:t> Chen, Hang Dong, and Ian Horrocks. 2023. Exploring Large Language Models for Ontology Alignment. arXiv:2309.07172 [cs.AI]</a:t>
            </a:r>
          </a:p>
          <a:p>
            <a:pPr marL="0" lvl="2" indent="0">
              <a:buNone/>
            </a:pPr>
            <a:r>
              <a:rPr lang="en-US" sz="800" dirty="0"/>
              <a:t>[11] </a:t>
            </a:r>
            <a:r>
              <a:rPr lang="en-US" sz="800" dirty="0" err="1"/>
              <a:t>Sanaz</a:t>
            </a:r>
            <a:r>
              <a:rPr lang="en-US" sz="800" dirty="0"/>
              <a:t> Saki </a:t>
            </a:r>
            <a:r>
              <a:rPr lang="en-US" sz="800" dirty="0" err="1"/>
              <a:t>Norouzi</a:t>
            </a:r>
            <a:r>
              <a:rPr lang="en-US" sz="800" dirty="0"/>
              <a:t>, Mohammad </a:t>
            </a:r>
            <a:r>
              <a:rPr lang="en-US" sz="800" dirty="0" err="1"/>
              <a:t>Saeid</a:t>
            </a:r>
            <a:r>
              <a:rPr lang="en-US" sz="800" dirty="0"/>
              <a:t> </a:t>
            </a:r>
            <a:r>
              <a:rPr lang="en-US" sz="800" dirty="0" err="1"/>
              <a:t>Mahdavinejad</a:t>
            </a:r>
            <a:r>
              <a:rPr lang="en-US" sz="800" dirty="0"/>
              <a:t>, and Pascal </a:t>
            </a:r>
            <a:r>
              <a:rPr lang="en-US" sz="800" dirty="0" err="1"/>
              <a:t>Hitzler</a:t>
            </a:r>
            <a:r>
              <a:rPr lang="en-US" sz="800" dirty="0"/>
              <a:t>. 2023. Conversational Ontology Alignment with ChatGPT. arXiv:2308.09217 [cs.CL]</a:t>
            </a:r>
          </a:p>
          <a:p>
            <a:pPr marL="0" lvl="2" indent="0">
              <a:buNone/>
            </a:pPr>
            <a:r>
              <a:rPr lang="en-US" sz="800" dirty="0"/>
              <a:t>[12] Sven </a:t>
            </a:r>
            <a:r>
              <a:rPr lang="en-US" sz="800" dirty="0" err="1"/>
              <a:t>Hertling</a:t>
            </a:r>
            <a:r>
              <a:rPr lang="en-US" sz="800" dirty="0"/>
              <a:t> and Heiko </a:t>
            </a:r>
            <a:r>
              <a:rPr lang="en-US" sz="800" dirty="0" err="1"/>
              <a:t>Paulheim</a:t>
            </a:r>
            <a:r>
              <a:rPr lang="en-US" sz="800" dirty="0"/>
              <a:t>. 2023. </a:t>
            </a:r>
            <a:r>
              <a:rPr lang="en-US" sz="800" dirty="0" err="1"/>
              <a:t>OLaLa</a:t>
            </a:r>
            <a:r>
              <a:rPr lang="en-US" sz="800" dirty="0"/>
              <a:t>: Ontology Matching with Large Language Models. arXiv:arXiv:2311.03837 [cs.IR]</a:t>
            </a:r>
          </a:p>
          <a:p>
            <a:pPr marL="0" lvl="2" indent="0">
              <a:buNone/>
            </a:pPr>
            <a:r>
              <a:rPr lang="en-US" sz="800" dirty="0"/>
              <a:t>[13] Hamed </a:t>
            </a:r>
            <a:r>
              <a:rPr lang="en-US" sz="800" dirty="0" err="1"/>
              <a:t>Babaei</a:t>
            </a:r>
            <a:r>
              <a:rPr lang="en-US" sz="800" dirty="0"/>
              <a:t> </a:t>
            </a:r>
            <a:r>
              <a:rPr lang="en-US" sz="800" dirty="0" err="1"/>
              <a:t>Giglou</a:t>
            </a:r>
            <a:r>
              <a:rPr lang="en-US" sz="800" dirty="0"/>
              <a:t>, Jennifer D’Souza, Felix Engel, and </a:t>
            </a:r>
            <a:r>
              <a:rPr lang="en-US" sz="800" dirty="0" err="1"/>
              <a:t>Sören</a:t>
            </a:r>
            <a:r>
              <a:rPr lang="en-US" sz="800" dirty="0"/>
              <a:t> Auer. 2024. LLMs4OM: Matching Ontologies with Large Language Models. arXiv:2404.10317 [cs.AI]</a:t>
            </a:r>
          </a:p>
          <a:p>
            <a:pPr marL="0" lvl="2" indent="0">
              <a:buNone/>
            </a:pPr>
            <a:r>
              <a:rPr lang="en-US" sz="800" dirty="0"/>
              <a:t>[14] </a:t>
            </a:r>
            <a:r>
              <a:rPr lang="en-US" sz="800" dirty="0" err="1"/>
              <a:t>Reihaneh</a:t>
            </a:r>
            <a:r>
              <a:rPr lang="en-US" sz="800" dirty="0"/>
              <a:t> </a:t>
            </a:r>
            <a:r>
              <a:rPr lang="en-US" sz="800" dirty="0" err="1"/>
              <a:t>Amini</a:t>
            </a:r>
            <a:r>
              <a:rPr lang="en-US" sz="800" dirty="0"/>
              <a:t>, </a:t>
            </a:r>
            <a:r>
              <a:rPr lang="en-US" sz="800" dirty="0" err="1"/>
              <a:t>Sanaz</a:t>
            </a:r>
            <a:r>
              <a:rPr lang="en-US" sz="800" dirty="0"/>
              <a:t> Saki </a:t>
            </a:r>
            <a:r>
              <a:rPr lang="en-US" sz="800" dirty="0" err="1"/>
              <a:t>Norouzi</a:t>
            </a:r>
            <a:r>
              <a:rPr lang="en-US" sz="800" dirty="0"/>
              <a:t>, Pascal </a:t>
            </a:r>
            <a:r>
              <a:rPr lang="en-US" sz="800" dirty="0" err="1"/>
              <a:t>Hitzler</a:t>
            </a:r>
            <a:r>
              <a:rPr lang="en-US" sz="800" dirty="0"/>
              <a:t>, and Reza </a:t>
            </a:r>
            <a:r>
              <a:rPr lang="en-US" sz="800" dirty="0" err="1"/>
              <a:t>Amini</a:t>
            </a:r>
            <a:r>
              <a:rPr lang="en-US" sz="800" dirty="0"/>
              <a:t>. 2024. Towards Complex Ontology Alignment using Large Language Models. arXiv:2404.10329 [cs.AI]</a:t>
            </a:r>
          </a:p>
          <a:p>
            <a:pPr marL="0" lvl="2" indent="0">
              <a:buNone/>
            </a:pPr>
            <a:r>
              <a:rPr lang="en-US" sz="800" dirty="0"/>
              <a:t>[15] Hamed </a:t>
            </a:r>
            <a:r>
              <a:rPr lang="en-US" sz="800" dirty="0" err="1"/>
              <a:t>Babaei</a:t>
            </a:r>
            <a:r>
              <a:rPr lang="en-US" sz="800" dirty="0"/>
              <a:t> </a:t>
            </a:r>
            <a:r>
              <a:rPr lang="en-US" sz="800" dirty="0" err="1"/>
              <a:t>Giglou</a:t>
            </a:r>
            <a:r>
              <a:rPr lang="en-US" sz="800" dirty="0"/>
              <a:t>, Jennifer D’Souza, and </a:t>
            </a:r>
            <a:r>
              <a:rPr lang="en-US" sz="800" dirty="0" err="1"/>
              <a:t>Sören</a:t>
            </a:r>
            <a:r>
              <a:rPr lang="en-US" sz="800" dirty="0"/>
              <a:t> Auer. 2023. LLMs4OL: Large Language Models for Ontology Learning. arXiv:2307.16648 [cs.AI]</a:t>
            </a:r>
          </a:p>
          <a:p>
            <a:pPr marL="0" lvl="2" indent="0">
              <a:buNone/>
            </a:pPr>
            <a:r>
              <a:rPr lang="en-US" sz="800" dirty="0"/>
              <a:t>[16] </a:t>
            </a:r>
            <a:r>
              <a:rPr lang="en-US" sz="800" dirty="0" err="1"/>
              <a:t>Bohui</a:t>
            </a:r>
            <a:r>
              <a:rPr lang="en-US" sz="800" dirty="0"/>
              <a:t> Zhang, Valentina Anita </a:t>
            </a:r>
            <a:r>
              <a:rPr lang="en-US" sz="800" dirty="0" err="1"/>
              <a:t>Carriero</a:t>
            </a:r>
            <a:r>
              <a:rPr lang="en-US" sz="800" dirty="0"/>
              <a:t>, Katrin </a:t>
            </a:r>
            <a:r>
              <a:rPr lang="en-US" sz="800" dirty="0" err="1"/>
              <a:t>Schreiberhuber</a:t>
            </a:r>
            <a:r>
              <a:rPr lang="en-US" sz="800" dirty="0"/>
              <a:t>, Stefani </a:t>
            </a:r>
            <a:r>
              <a:rPr lang="en-US" sz="800" dirty="0" err="1"/>
              <a:t>Tsaneva</a:t>
            </a:r>
            <a:r>
              <a:rPr lang="en-US" sz="800" dirty="0"/>
              <a:t>, Lucía Sánchez González, </a:t>
            </a:r>
            <a:r>
              <a:rPr lang="en-US" sz="800" dirty="0" err="1"/>
              <a:t>Jongmo</a:t>
            </a:r>
            <a:r>
              <a:rPr lang="en-US" sz="800" dirty="0"/>
              <a:t> Kim, and Jacopo de </a:t>
            </a:r>
            <a:r>
              <a:rPr lang="en-US" sz="800" dirty="0" err="1"/>
              <a:t>Berardinis</a:t>
            </a:r>
            <a:r>
              <a:rPr lang="en-US" sz="800" dirty="0"/>
              <a:t>. 2024. </a:t>
            </a:r>
            <a:r>
              <a:rPr lang="en-US" sz="800" dirty="0" err="1"/>
              <a:t>OntoChat</a:t>
            </a:r>
            <a:r>
              <a:rPr lang="en-US" sz="800" dirty="0"/>
              <a:t>: a Framework for Conversational Ontology Engineering using Language Models. arXiv:2403.05921 [cs.AI]</a:t>
            </a:r>
          </a:p>
          <a:p>
            <a:pPr marL="0" lvl="2" indent="0">
              <a:buNone/>
            </a:pPr>
            <a:r>
              <a:rPr lang="en-US" sz="800" dirty="0"/>
              <a:t>[17] </a:t>
            </a:r>
            <a:r>
              <a:rPr lang="en-US" sz="800" dirty="0" err="1"/>
              <a:t>Shiyao</a:t>
            </a:r>
            <a:r>
              <a:rPr lang="en-US" sz="800" dirty="0"/>
              <a:t> Zhang, Yuji Dong, Yichuan Zhang, Terry R Payne, and Jie Zhang. 2024. Large Language Model Assisted Multi-Agent Dialogue for Ontology Alignment. AAMAS ’24.</a:t>
            </a:r>
          </a:p>
          <a:p>
            <a:pPr marL="0" lvl="2" indent="0">
              <a:buNone/>
            </a:pPr>
            <a:r>
              <a:rPr lang="en-US" sz="800" dirty="0"/>
              <a:t>[18] Terry R. Payne and Valentina </a:t>
            </a:r>
            <a:r>
              <a:rPr lang="en-US" sz="800" dirty="0" err="1"/>
              <a:t>Tamma</a:t>
            </a:r>
            <a:r>
              <a:rPr lang="en-US" sz="800" dirty="0"/>
              <a:t>. 2014. Negotiating over ontological correspondences with asymmetric and incomplete knowledge. AAMAS ’14. https://doi.org/10.5555/2615731.2615816</a:t>
            </a:r>
            <a:endParaRPr lang="en-US" sz="900" dirty="0"/>
          </a:p>
          <a:p>
            <a:pPr marL="0" lvl="2" indent="0">
              <a:buNone/>
            </a:pPr>
            <a:endParaRPr lang="en-US" sz="900" dirty="0"/>
          </a:p>
        </p:txBody>
      </p:sp>
    </p:spTree>
    <p:extLst>
      <p:ext uri="{BB962C8B-B14F-4D97-AF65-F5344CB8AC3E}">
        <p14:creationId xmlns:p14="http://schemas.microsoft.com/office/powerpoint/2010/main" val="38378114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F500F-2081-411A-A323-1BFF62E6F74A}"/>
              </a:ext>
            </a:extLst>
          </p:cNvPr>
          <p:cNvSpPr>
            <a:spLocks noGrp="1"/>
          </p:cNvSpPr>
          <p:nvPr>
            <p:ph type="body" sz="quarter" idx="13"/>
          </p:nvPr>
        </p:nvSpPr>
        <p:spPr>
          <a:xfrm>
            <a:off x="1550126" y="1211841"/>
            <a:ext cx="6366958" cy="1944547"/>
          </a:xfrm>
        </p:spPr>
        <p:txBody>
          <a:bodyPr>
            <a:normAutofit/>
          </a:bodyPr>
          <a:lstStyle/>
          <a:p>
            <a:r>
              <a:rPr lang="en-AU" sz="6000" dirty="0"/>
              <a:t>Thank you. </a:t>
            </a:r>
          </a:p>
          <a:p>
            <a:r>
              <a:rPr lang="en-AU" sz="6000" dirty="0"/>
              <a:t>Any questions?</a:t>
            </a:r>
          </a:p>
        </p:txBody>
      </p:sp>
      <p:sp>
        <p:nvSpPr>
          <p:cNvPr id="4" name="Title 1">
            <a:extLst>
              <a:ext uri="{FF2B5EF4-FFF2-40B4-BE49-F238E27FC236}">
                <a16:creationId xmlns:a16="http://schemas.microsoft.com/office/drawing/2014/main" id="{E1CE1717-4368-542F-84EB-CF954CE30633}"/>
              </a:ext>
            </a:extLst>
          </p:cNvPr>
          <p:cNvSpPr txBox="1">
            <a:spLocks/>
          </p:cNvSpPr>
          <p:nvPr/>
        </p:nvSpPr>
        <p:spPr>
          <a:xfrm>
            <a:off x="1242210" y="321508"/>
            <a:ext cx="1643865" cy="571010"/>
          </a:xfrm>
          <a:prstGeom prst="rect">
            <a:avLst/>
          </a:prstGeom>
        </p:spPr>
        <p:txBody>
          <a:bodyPr/>
          <a:lstStyle>
            <a:lvl1pPr algn="l" defTabSz="685800" rtl="0" eaLnBrk="1" latinLnBrk="0" hangingPunct="1">
              <a:lnSpc>
                <a:spcPct val="80000"/>
              </a:lnSpc>
              <a:spcBef>
                <a:spcPct val="0"/>
              </a:spcBef>
              <a:buNone/>
              <a:defRPr sz="3600" kern="1200">
                <a:solidFill>
                  <a:schemeClr val="accent1"/>
                </a:solidFill>
                <a:latin typeface="+mj-lt"/>
                <a:ea typeface="+mj-ea"/>
                <a:cs typeface="+mj-cs"/>
              </a:defRPr>
            </a:lvl1pPr>
          </a:lstStyle>
          <a:p>
            <a:pPr algn="ctr"/>
            <a:r>
              <a:rPr lang="en-US" sz="2400" dirty="0"/>
              <a:t> </a:t>
            </a:r>
            <a:r>
              <a:rPr lang="en-US" dirty="0"/>
              <a:t>Q &amp; A</a:t>
            </a:r>
          </a:p>
        </p:txBody>
      </p:sp>
      <p:pic>
        <p:nvPicPr>
          <p:cNvPr id="7" name="Picture 6" descr="A blue circle with white text&#10;&#10;Description automatically generated">
            <a:extLst>
              <a:ext uri="{FF2B5EF4-FFF2-40B4-BE49-F238E27FC236}">
                <a16:creationId xmlns:a16="http://schemas.microsoft.com/office/drawing/2014/main" id="{D9519540-317A-2169-B3A9-475B91ECA4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65251" y="183273"/>
            <a:ext cx="753389" cy="753389"/>
          </a:xfrm>
          <a:prstGeom prst="rect">
            <a:avLst/>
          </a:prstGeom>
        </p:spPr>
      </p:pic>
      <p:pic>
        <p:nvPicPr>
          <p:cNvPr id="8" name="Graphic 7">
            <a:extLst>
              <a:ext uri="{FF2B5EF4-FFF2-40B4-BE49-F238E27FC236}">
                <a16:creationId xmlns:a16="http://schemas.microsoft.com/office/drawing/2014/main" id="{2E7437FF-A460-288E-8796-940EDAC325D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05324" y="227899"/>
            <a:ext cx="2028825" cy="714375"/>
          </a:xfrm>
          <a:prstGeom prst="rect">
            <a:avLst/>
          </a:prstGeom>
        </p:spPr>
      </p:pic>
      <p:pic>
        <p:nvPicPr>
          <p:cNvPr id="9" name="Graphic 8">
            <a:extLst>
              <a:ext uri="{FF2B5EF4-FFF2-40B4-BE49-F238E27FC236}">
                <a16:creationId xmlns:a16="http://schemas.microsoft.com/office/drawing/2014/main" id="{81051ACB-4DE9-2E46-8582-112E7EDAC1C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38677" y="288402"/>
            <a:ext cx="2178407" cy="637221"/>
          </a:xfrm>
          <a:prstGeom prst="rect">
            <a:avLst/>
          </a:prstGeom>
        </p:spPr>
      </p:pic>
      <p:sp>
        <p:nvSpPr>
          <p:cNvPr id="15" name="Title 1">
            <a:extLst>
              <a:ext uri="{FF2B5EF4-FFF2-40B4-BE49-F238E27FC236}">
                <a16:creationId xmlns:a16="http://schemas.microsoft.com/office/drawing/2014/main" id="{FEE993FB-221A-9BF8-7E50-13DBCE735EF9}"/>
              </a:ext>
            </a:extLst>
          </p:cNvPr>
          <p:cNvSpPr txBox="1">
            <a:spLocks/>
          </p:cNvSpPr>
          <p:nvPr/>
        </p:nvSpPr>
        <p:spPr>
          <a:xfrm>
            <a:off x="3322048" y="3136789"/>
            <a:ext cx="4224201" cy="1751414"/>
          </a:xfrm>
          <a:prstGeom prst="rect">
            <a:avLst/>
          </a:prstGeom>
        </p:spPr>
        <p:txBody>
          <a:bodyPr anchor="t"/>
          <a:lstStyle>
            <a:lvl1pPr algn="l" defTabSz="685800" rtl="0" eaLnBrk="1" latinLnBrk="0" hangingPunct="1">
              <a:lnSpc>
                <a:spcPct val="80000"/>
              </a:lnSpc>
              <a:spcBef>
                <a:spcPct val="0"/>
              </a:spcBef>
              <a:buNone/>
              <a:defRPr sz="3600" kern="1200">
                <a:solidFill>
                  <a:schemeClr val="accent1"/>
                </a:solidFill>
                <a:latin typeface="+mj-lt"/>
                <a:ea typeface="+mj-ea"/>
                <a:cs typeface="+mj-cs"/>
              </a:defRPr>
            </a:lvl1pPr>
          </a:lstStyle>
          <a:p>
            <a:pPr>
              <a:lnSpc>
                <a:spcPct val="150000"/>
              </a:lnSpc>
            </a:pPr>
            <a:r>
              <a:rPr lang="en-US" sz="1800" dirty="0"/>
              <a:t>Contact Information</a:t>
            </a:r>
          </a:p>
          <a:p>
            <a:pPr>
              <a:lnSpc>
                <a:spcPct val="150000"/>
              </a:lnSpc>
            </a:pPr>
            <a:r>
              <a:rPr lang="en-US" sz="1800" dirty="0"/>
              <a:t>Zhangcheng Qiang: </a:t>
            </a:r>
            <a:r>
              <a:rPr lang="en-US" sz="1800" dirty="0">
                <a:hlinkClick r:id="rId7"/>
              </a:rPr>
              <a:t>qzc438@gmail.com</a:t>
            </a:r>
            <a:endParaRPr lang="en-US" sz="1800" dirty="0"/>
          </a:p>
          <a:p>
            <a:pPr>
              <a:lnSpc>
                <a:spcPct val="150000"/>
              </a:lnSpc>
            </a:pPr>
            <a:r>
              <a:rPr lang="en-US" sz="1800" dirty="0" err="1"/>
              <a:t>Weiqing</a:t>
            </a:r>
            <a:r>
              <a:rPr lang="en-US" sz="1800" dirty="0"/>
              <a:t> Wang: </a:t>
            </a:r>
            <a:r>
              <a:rPr lang="en-US" sz="1800" dirty="0">
                <a:hlinkClick r:id="rId8"/>
              </a:rPr>
              <a:t>teresa.wang@monash.edu</a:t>
            </a:r>
            <a:endParaRPr lang="en-US" sz="1800" dirty="0"/>
          </a:p>
          <a:p>
            <a:pPr>
              <a:lnSpc>
                <a:spcPct val="150000"/>
              </a:lnSpc>
            </a:pPr>
            <a:r>
              <a:rPr lang="en-US" sz="1800" dirty="0"/>
              <a:t>Kerry Taylor: </a:t>
            </a:r>
            <a:r>
              <a:rPr lang="en-US" sz="1800" dirty="0">
                <a:hlinkClick r:id="rId9"/>
              </a:rPr>
              <a:t>kerry.taylor@anu.edu.au</a:t>
            </a:r>
            <a:endParaRPr lang="en-US" sz="1800" dirty="0"/>
          </a:p>
          <a:p>
            <a:pPr>
              <a:lnSpc>
                <a:spcPct val="150000"/>
              </a:lnSpc>
            </a:pPr>
            <a:endParaRPr lang="en-US" sz="1800" dirty="0"/>
          </a:p>
        </p:txBody>
      </p:sp>
    </p:spTree>
    <p:extLst>
      <p:ext uri="{BB962C8B-B14F-4D97-AF65-F5344CB8AC3E}">
        <p14:creationId xmlns:p14="http://schemas.microsoft.com/office/powerpoint/2010/main" val="1008298832"/>
      </p:ext>
    </p:extLst>
  </p:cSld>
  <p:clrMapOvr>
    <a:masterClrMapping/>
  </p:clrMapOvr>
</p:sld>
</file>

<file path=ppt/theme/theme1.xml><?xml version="1.0" encoding="utf-8"?>
<a:theme xmlns:a="http://schemas.openxmlformats.org/drawingml/2006/main" name="ANU Light">
  <a:themeElements>
    <a:clrScheme name="ANU">
      <a:dk1>
        <a:sysClr val="windowText" lastClr="000000"/>
      </a:dk1>
      <a:lt1>
        <a:sysClr val="window" lastClr="FFFFFF"/>
      </a:lt1>
      <a:dk2>
        <a:srgbClr val="000000"/>
      </a:dk2>
      <a:lt2>
        <a:srgbClr val="FFFFFF"/>
      </a:lt2>
      <a:accent1>
        <a:srgbClr val="BE830E"/>
      </a:accent1>
      <a:accent2>
        <a:srgbClr val="DFC187"/>
      </a:accent2>
      <a:accent3>
        <a:srgbClr val="F5EDDE"/>
      </a:accent3>
      <a:accent4>
        <a:srgbClr val="BE4E0E"/>
      </a:accent4>
      <a:accent5>
        <a:srgbClr val="CB7352"/>
      </a:accent5>
      <a:accent6>
        <a:srgbClr val="F2DCD4"/>
      </a:accent6>
      <a:hlink>
        <a:srgbClr val="BE830E"/>
      </a:hlink>
      <a:folHlink>
        <a:srgbClr val="BE4E0E"/>
      </a:folHlink>
    </a:clrScheme>
    <a:fontScheme name="ANU">
      <a:majorFont>
        <a:latin typeface="Public Sans"/>
        <a:ea typeface=""/>
        <a:cs typeface=""/>
      </a:majorFont>
      <a:minorFont>
        <a:latin typeface="Public Sans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NU_Powerpoint_Light Template 2023" id="{D46EC668-C1E1-3B47-99A5-7810A4AB924D}" vid="{A233C71D-E7D0-0248-A305-B9183847715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F009AC5283E95468D41B3B02A942082" ma:contentTypeVersion="18" ma:contentTypeDescription="Create a new document." ma:contentTypeScope="" ma:versionID="df342da6074ddaf222b98670cd88df63">
  <xsd:schema xmlns:xsd="http://www.w3.org/2001/XMLSchema" xmlns:xs="http://www.w3.org/2001/XMLSchema" xmlns:p="http://schemas.microsoft.com/office/2006/metadata/properties" xmlns:ns2="2906fbf8-e47d-4c21-be87-cb09cf1c70cb" xmlns:ns3="cd7196b5-af4d-4b5a-ba66-d723b2d8b01e" xmlns:ns4="c30e2885-58e1-4e94-9dc7-f83158e7ef28" targetNamespace="http://schemas.microsoft.com/office/2006/metadata/properties" ma:root="true" ma:fieldsID="6e4e19e9d36c91e495a51a1636f4d0b6" ns2:_="" ns3:_="" ns4:_="">
    <xsd:import namespace="2906fbf8-e47d-4c21-be87-cb09cf1c70cb"/>
    <xsd:import namespace="cd7196b5-af4d-4b5a-ba66-d723b2d8b01e"/>
    <xsd:import namespace="c30e2885-58e1-4e94-9dc7-f83158e7ef28"/>
    <xsd:element name="properties">
      <xsd:complexType>
        <xsd:sequence>
          <xsd:element name="documentManagement">
            <xsd:complexType>
              <xsd:all>
                <xsd:element ref="ns2:MediaServiceMetadata" minOccurs="0"/>
                <xsd:element ref="ns2:MediaServiceFastMetadata" minOccurs="0"/>
                <xsd:element ref="ns2:FAQs"/>
                <xsd:element ref="ns2:MediaServiceDateTaken"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Document_x0020_Notes"/>
                <xsd:element ref="ns2:MediaServiceAutoKeyPoints" minOccurs="0"/>
                <xsd:element ref="ns2:MediaServiceKeyPoints" minOccurs="0"/>
                <xsd:element ref="ns2:MediaLengthInSeconds" minOccurs="0"/>
                <xsd:element ref="ns2:lcf76f155ced4ddcb4097134ff3c332f" minOccurs="0"/>
                <xsd:element ref="ns4: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906fbf8-e47d-4c21-be87-cb09cf1c70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FAQs" ma:index="10" ma:displayName="FAQs" ma:internalName="FAQs">
      <xsd:simpleType>
        <xsd:restriction base="dms:Note">
          <xsd:maxLength value="255"/>
        </xsd:restriction>
      </xsd:simpleType>
    </xsd:element>
    <xsd:element name="MediaServiceDateTaken" ma:index="11"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Document_x0020_Notes" ma:index="18" ma:displayName="IMPORTANT" ma:description="DO NOT EDIT. DOWNLOAD FIRST" ma:format="Dropdown" ma:internalName="Document_x0020_Notes">
      <xsd:simpleType>
        <xsd:restriction base="dms:Note">
          <xsd:maxLength value="255"/>
        </xsd:restrictio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50858339-22dc-49f9-bed0-4b2c0ae499d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d7196b5-af4d-4b5a-ba66-d723b2d8b01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30e2885-58e1-4e94-9dc7-f83158e7ef28" elementFormDefault="qualified">
    <xsd:import namespace="http://schemas.microsoft.com/office/2006/documentManagement/types"/>
    <xsd:import namespace="http://schemas.microsoft.com/office/infopath/2007/PartnerControls"/>
    <xsd:element name="TaxCatchAll" ma:index="24" nillable="true" ma:displayName="Taxonomy Catch All Column" ma:hidden="true" ma:list="{db2f7b05-bf39-4aaf-b1d5-a18c06a848f2}" ma:internalName="TaxCatchAll" ma:showField="CatchAllData" ma:web="cd7196b5-af4d-4b5a-ba66-d723b2d8b01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Document_x0020_Notes xmlns="2906fbf8-e47d-4c21-be87-cb09cf1c70cb">DO NOT EDIT. DOWNLOAD FIRST.</Document_x0020_Notes>
    <FAQs xmlns="2906fbf8-e47d-4c21-be87-cb09cf1c70cb"/>
    <TaxCatchAll xmlns="c30e2885-58e1-4e94-9dc7-f83158e7ef28" xsi:nil="true"/>
    <lcf76f155ced4ddcb4097134ff3c332f xmlns="2906fbf8-e47d-4c21-be87-cb09cf1c70cb">
      <Terms xmlns="http://schemas.microsoft.com/office/infopath/2007/PartnerControls"/>
    </lcf76f155ced4ddcb4097134ff3c332f>
    <SharedWithUsers xmlns="cd7196b5-af4d-4b5a-ba66-d723b2d8b01e">
      <UserInfo>
        <DisplayName>Simon Mishricky</DisplayName>
        <AccountId>7743</AccountId>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AA5ED56-7671-4508-8E27-20ACB9C8341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906fbf8-e47d-4c21-be87-cb09cf1c70cb"/>
    <ds:schemaRef ds:uri="cd7196b5-af4d-4b5a-ba66-d723b2d8b01e"/>
    <ds:schemaRef ds:uri="c30e2885-58e1-4e94-9dc7-f83158e7ef2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655D042-D8B3-4BE3-86DE-6019F96E2850}">
  <ds:schemaRefs>
    <ds:schemaRef ds:uri="http://schemas.microsoft.com/office/2006/documentManagement/types"/>
    <ds:schemaRef ds:uri="2906fbf8-e47d-4c21-be87-cb09cf1c70cb"/>
    <ds:schemaRef ds:uri="http://purl.org/dc/elements/1.1/"/>
    <ds:schemaRef ds:uri="http://schemas.microsoft.com/office/2006/metadata/properties"/>
    <ds:schemaRef ds:uri="http://schemas.microsoft.com/office/infopath/2007/PartnerControls"/>
    <ds:schemaRef ds:uri="http://purl.org/dc/terms/"/>
    <ds:schemaRef ds:uri="http://schemas.openxmlformats.org/package/2006/metadata/core-properties"/>
    <ds:schemaRef ds:uri="cd7196b5-af4d-4b5a-ba66-d723b2d8b01e"/>
    <ds:schemaRef ds:uri="http://www.w3.org/XML/1998/namespace"/>
    <ds:schemaRef ds:uri="http://purl.org/dc/dcmitype/"/>
    <ds:schemaRef ds:uri="c30e2885-58e1-4e94-9dc7-f83158e7ef28"/>
  </ds:schemaRefs>
</ds:datastoreItem>
</file>

<file path=customXml/itemProps3.xml><?xml version="1.0" encoding="utf-8"?>
<ds:datastoreItem xmlns:ds="http://schemas.openxmlformats.org/officeDocument/2006/customXml" ds:itemID="{D242CD11-9905-45C0-AA8E-EE5B79DEFBE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ANU_Powerpoint_Light Template 2023</Template>
  <TotalTime>599</TotalTime>
  <Words>1940</Words>
  <Application>Microsoft Office PowerPoint</Application>
  <PresentationFormat>On-screen Show (16:9)</PresentationFormat>
  <Paragraphs>204</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Public Sans</vt:lpstr>
      <vt:lpstr>Public Sans Light</vt:lpstr>
      <vt:lpstr>Sofia Pro Light</vt:lpstr>
      <vt:lpstr>Arial</vt:lpstr>
      <vt:lpstr>Calibri</vt:lpstr>
      <vt:lpstr>Times New Roman</vt:lpstr>
      <vt:lpstr>Wingdings</vt:lpstr>
      <vt:lpstr>ANU Light</vt:lpstr>
      <vt:lpstr>PowerPoint Presentation</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Zhangcheng Qiang</dc:creator>
  <cp:lastModifiedBy>Zhangcheng Qiang</cp:lastModifiedBy>
  <cp:revision>9</cp:revision>
  <dcterms:created xsi:type="dcterms:W3CDTF">2024-10-01T05:44:36Z</dcterms:created>
  <dcterms:modified xsi:type="dcterms:W3CDTF">2024-12-21T11:18:13Z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0x010100EF009AC5283E95468D41B3B02A942082</vt:lpwstr>
  </property>
  <property fmtid="{D5CDD505-2E9C-101B-9397-08002B2CF9AE}" pid="3" name="MediaServiceImageTags">
    <vt:lpwstr/>
  </property>
</Properties>
</file>